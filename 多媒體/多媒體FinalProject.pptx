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153CA-5555-45DD-9145-7A27EB2BC151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9E261-C447-4AA0-84C5-8F8FD3F22A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43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122362"/>
            <a:ext cx="88760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5230134"/>
            <a:ext cx="48768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D41D-D74F-44A3-8958-3A2D6E5BC9A6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6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63770-D69B-4204-884E-97BB7584C88A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6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5C0B-EF5C-420D-A718-205B2E610964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6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1563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1563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54EF-FC46-4C05-91C2-81F03C67FF6F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8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095930"/>
            <a:ext cx="4507931" cy="758650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2938410"/>
            <a:ext cx="4507930" cy="33861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095930"/>
            <a:ext cx="4507932" cy="758650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2938410"/>
            <a:ext cx="4507932" cy="33861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B288-DC45-4621-B932-BA42BA5F8AD0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3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7A8E-6F20-4927-96E1-2F03898C1FC4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6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87FE8-9EB2-4E57-AB36-07017742BEA1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8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72E9-6F32-45BE-922A-39068E0D7229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3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72A7-AC6D-4BB8-B30E-A5577DC1065F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1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F7CD-7C63-4A9B-BE7B-13AB71717D04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6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54169"/>
            <a:ext cx="2674301" cy="532279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854169"/>
            <a:ext cx="78867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E1F2-E457-43A0-8230-68CF3A9B200A}" type="datetime1">
              <a:rPr lang="en-US" altLang="zh-TW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4006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2630" y="6356349"/>
            <a:ext cx="3063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7AA9FBDF-EBF1-402D-9944-B8FC0005BD85}" type="datetime1">
              <a:rPr lang="en-US" altLang="zh-TW" smtClean="0"/>
              <a:t>1/8/2024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099372" y="4308656"/>
            <a:ext cx="3471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6670" y="6356349"/>
            <a:ext cx="576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4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1" r:id="rId6"/>
    <p:sldLayoutId id="2147483706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gpt-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hyperlink" Target="https://hackmd.io/@93i7xo2/jpeg-decoder-1" TargetMode="External"/><Relationship Id="rId4" Type="http://schemas.openxmlformats.org/officeDocument/2006/relationships/hyperlink" Target="file:///C:\Users\88690\OneDrive\&#230;&#150;&#135;&#228;&#187;&#182;\Ch3ScienceOfDigitalMedi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B41654-6813-4B8B-8AF9-6134D6BB1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93070F-7718-4268-9A46-202B06E06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2808706" y="3856382"/>
            <a:ext cx="9383294" cy="3001903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190310 w 9288370"/>
              <a:gd name="connsiteY27" fmla="*/ 1307786 h 1858154"/>
              <a:gd name="connsiteX28" fmla="*/ 4230008 w 9288370"/>
              <a:gd name="connsiteY28" fmla="*/ 1303546 h 1858154"/>
              <a:gd name="connsiteX29" fmla="*/ 4575478 w 9288370"/>
              <a:gd name="connsiteY29" fmla="*/ 1261726 h 1858154"/>
              <a:gd name="connsiteX30" fmla="*/ 4650026 w 9288370"/>
              <a:gd name="connsiteY30" fmla="*/ 1265798 h 1858154"/>
              <a:gd name="connsiteX31" fmla="*/ 4792008 w 9288370"/>
              <a:gd name="connsiteY31" fmla="*/ 1243899 h 1858154"/>
              <a:gd name="connsiteX32" fmla="*/ 4954126 w 9288370"/>
              <a:gd name="connsiteY32" fmla="*/ 1204617 h 1858154"/>
              <a:gd name="connsiteX33" fmla="*/ 5309678 w 9288370"/>
              <a:gd name="connsiteY33" fmla="*/ 1128278 h 1858154"/>
              <a:gd name="connsiteX34" fmla="*/ 5474724 w 9288370"/>
              <a:gd name="connsiteY34" fmla="*/ 1091167 h 1858154"/>
              <a:gd name="connsiteX35" fmla="*/ 5612132 w 9288370"/>
              <a:gd name="connsiteY35" fmla="*/ 1051509 h 1858154"/>
              <a:gd name="connsiteX36" fmla="*/ 5776618 w 9288370"/>
              <a:gd name="connsiteY36" fmla="*/ 1053037 h 1858154"/>
              <a:gd name="connsiteX37" fmla="*/ 5785786 w 9288370"/>
              <a:gd name="connsiteY37" fmla="*/ 1051213 h 1858154"/>
              <a:gd name="connsiteX38" fmla="*/ 5829381 w 9288370"/>
              <a:gd name="connsiteY38" fmla="*/ 1046878 h 1858154"/>
              <a:gd name="connsiteX39" fmla="*/ 5943596 w 9288370"/>
              <a:gd name="connsiteY39" fmla="*/ 1043237 h 1858154"/>
              <a:gd name="connsiteX40" fmla="*/ 5985730 w 9288370"/>
              <a:gd name="connsiteY40" fmla="*/ 1035396 h 1858154"/>
              <a:gd name="connsiteX41" fmla="*/ 6103109 w 9288370"/>
              <a:gd name="connsiteY41" fmla="*/ 1019019 h 1858154"/>
              <a:gd name="connsiteX42" fmla="*/ 6222406 w 9288370"/>
              <a:gd name="connsiteY42" fmla="*/ 985341 h 1858154"/>
              <a:gd name="connsiteX43" fmla="*/ 6598672 w 9288370"/>
              <a:gd name="connsiteY43" fmla="*/ 902062 h 1858154"/>
              <a:gd name="connsiteX44" fmla="*/ 6766149 w 9288370"/>
              <a:gd name="connsiteY44" fmla="*/ 846132 h 1858154"/>
              <a:gd name="connsiteX45" fmla="*/ 6886312 w 9288370"/>
              <a:gd name="connsiteY45" fmla="*/ 781877 h 1858154"/>
              <a:gd name="connsiteX46" fmla="*/ 7006457 w 9288370"/>
              <a:gd name="connsiteY46" fmla="*/ 699758 h 1858154"/>
              <a:gd name="connsiteX47" fmla="*/ 7231643 w 9288370"/>
              <a:gd name="connsiteY47" fmla="*/ 640778 h 1858154"/>
              <a:gd name="connsiteX48" fmla="*/ 7363123 w 9288370"/>
              <a:gd name="connsiteY48" fmla="*/ 593682 h 1858154"/>
              <a:gd name="connsiteX49" fmla="*/ 7588368 w 9288370"/>
              <a:gd name="connsiteY49" fmla="*/ 531129 h 1858154"/>
              <a:gd name="connsiteX50" fmla="*/ 7952094 w 9288370"/>
              <a:gd name="connsiteY50" fmla="*/ 409302 h 1858154"/>
              <a:gd name="connsiteX51" fmla="*/ 8231938 w 9288370"/>
              <a:gd name="connsiteY51" fmla="*/ 259259 h 1858154"/>
              <a:gd name="connsiteX52" fmla="*/ 8428864 w 9288370"/>
              <a:gd name="connsiteY52" fmla="*/ 208471 h 1858154"/>
              <a:gd name="connsiteX53" fmla="*/ 8616510 w 9288370"/>
              <a:gd name="connsiteY53" fmla="*/ 161973 h 1858154"/>
              <a:gd name="connsiteX54" fmla="*/ 8826766 w 9288370"/>
              <a:gd name="connsiteY54" fmla="*/ 152111 h 1858154"/>
              <a:gd name="connsiteX55" fmla="*/ 8917647 w 9288370"/>
              <a:gd name="connsiteY55" fmla="*/ 112232 h 1858154"/>
              <a:gd name="connsiteX56" fmla="*/ 9182272 w 9288370"/>
              <a:gd name="connsiteY56" fmla="*/ 37171 h 1858154"/>
              <a:gd name="connsiteX57" fmla="*/ 9232990 w 9288370"/>
              <a:gd name="connsiteY57" fmla="*/ 24074 h 1858154"/>
              <a:gd name="connsiteX58" fmla="*/ 9288370 w 9288370"/>
              <a:gd name="connsiteY58" fmla="*/ 0 h 1858154"/>
              <a:gd name="connsiteX59" fmla="*/ 0 w 9288370"/>
              <a:gd name="connsiteY59" fmla="*/ 0 h 1858154"/>
              <a:gd name="connsiteX60" fmla="*/ 0 w 9288370"/>
              <a:gd name="connsiteY60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95849 w 9288370"/>
              <a:gd name="connsiteY25" fmla="*/ 1272939 h 1858154"/>
              <a:gd name="connsiteX26" fmla="*/ 4190310 w 9288370"/>
              <a:gd name="connsiteY26" fmla="*/ 1307786 h 1858154"/>
              <a:gd name="connsiteX27" fmla="*/ 4230008 w 9288370"/>
              <a:gd name="connsiteY27" fmla="*/ 1303546 h 1858154"/>
              <a:gd name="connsiteX28" fmla="*/ 4575478 w 9288370"/>
              <a:gd name="connsiteY28" fmla="*/ 1261726 h 1858154"/>
              <a:gd name="connsiteX29" fmla="*/ 4650026 w 9288370"/>
              <a:gd name="connsiteY29" fmla="*/ 1265798 h 1858154"/>
              <a:gd name="connsiteX30" fmla="*/ 4792008 w 9288370"/>
              <a:gd name="connsiteY30" fmla="*/ 1243899 h 1858154"/>
              <a:gd name="connsiteX31" fmla="*/ 4954126 w 9288370"/>
              <a:gd name="connsiteY31" fmla="*/ 1204617 h 1858154"/>
              <a:gd name="connsiteX32" fmla="*/ 5309678 w 9288370"/>
              <a:gd name="connsiteY32" fmla="*/ 1128278 h 1858154"/>
              <a:gd name="connsiteX33" fmla="*/ 5474724 w 9288370"/>
              <a:gd name="connsiteY33" fmla="*/ 1091167 h 1858154"/>
              <a:gd name="connsiteX34" fmla="*/ 5612132 w 9288370"/>
              <a:gd name="connsiteY34" fmla="*/ 1051509 h 1858154"/>
              <a:gd name="connsiteX35" fmla="*/ 5776618 w 9288370"/>
              <a:gd name="connsiteY35" fmla="*/ 1053037 h 1858154"/>
              <a:gd name="connsiteX36" fmla="*/ 5785786 w 9288370"/>
              <a:gd name="connsiteY36" fmla="*/ 1051213 h 1858154"/>
              <a:gd name="connsiteX37" fmla="*/ 5829381 w 9288370"/>
              <a:gd name="connsiteY37" fmla="*/ 1046878 h 1858154"/>
              <a:gd name="connsiteX38" fmla="*/ 5943596 w 9288370"/>
              <a:gd name="connsiteY38" fmla="*/ 1043237 h 1858154"/>
              <a:gd name="connsiteX39" fmla="*/ 5985730 w 9288370"/>
              <a:gd name="connsiteY39" fmla="*/ 1035396 h 1858154"/>
              <a:gd name="connsiteX40" fmla="*/ 6103109 w 9288370"/>
              <a:gd name="connsiteY40" fmla="*/ 1019019 h 1858154"/>
              <a:gd name="connsiteX41" fmla="*/ 6222406 w 9288370"/>
              <a:gd name="connsiteY41" fmla="*/ 985341 h 1858154"/>
              <a:gd name="connsiteX42" fmla="*/ 6598672 w 9288370"/>
              <a:gd name="connsiteY42" fmla="*/ 902062 h 1858154"/>
              <a:gd name="connsiteX43" fmla="*/ 6766149 w 9288370"/>
              <a:gd name="connsiteY43" fmla="*/ 846132 h 1858154"/>
              <a:gd name="connsiteX44" fmla="*/ 6886312 w 9288370"/>
              <a:gd name="connsiteY44" fmla="*/ 781877 h 1858154"/>
              <a:gd name="connsiteX45" fmla="*/ 7006457 w 9288370"/>
              <a:gd name="connsiteY45" fmla="*/ 699758 h 1858154"/>
              <a:gd name="connsiteX46" fmla="*/ 7231643 w 9288370"/>
              <a:gd name="connsiteY46" fmla="*/ 640778 h 1858154"/>
              <a:gd name="connsiteX47" fmla="*/ 7363123 w 9288370"/>
              <a:gd name="connsiteY47" fmla="*/ 593682 h 1858154"/>
              <a:gd name="connsiteX48" fmla="*/ 7588368 w 9288370"/>
              <a:gd name="connsiteY48" fmla="*/ 531129 h 1858154"/>
              <a:gd name="connsiteX49" fmla="*/ 7952094 w 9288370"/>
              <a:gd name="connsiteY49" fmla="*/ 409302 h 1858154"/>
              <a:gd name="connsiteX50" fmla="*/ 8231938 w 9288370"/>
              <a:gd name="connsiteY50" fmla="*/ 259259 h 1858154"/>
              <a:gd name="connsiteX51" fmla="*/ 8428864 w 9288370"/>
              <a:gd name="connsiteY51" fmla="*/ 208471 h 1858154"/>
              <a:gd name="connsiteX52" fmla="*/ 8616510 w 9288370"/>
              <a:gd name="connsiteY52" fmla="*/ 161973 h 1858154"/>
              <a:gd name="connsiteX53" fmla="*/ 8826766 w 9288370"/>
              <a:gd name="connsiteY53" fmla="*/ 152111 h 1858154"/>
              <a:gd name="connsiteX54" fmla="*/ 8917647 w 9288370"/>
              <a:gd name="connsiteY54" fmla="*/ 112232 h 1858154"/>
              <a:gd name="connsiteX55" fmla="*/ 9182272 w 9288370"/>
              <a:gd name="connsiteY55" fmla="*/ 37171 h 1858154"/>
              <a:gd name="connsiteX56" fmla="*/ 9232990 w 9288370"/>
              <a:gd name="connsiteY56" fmla="*/ 24074 h 1858154"/>
              <a:gd name="connsiteX57" fmla="*/ 9288370 w 9288370"/>
              <a:gd name="connsiteY57" fmla="*/ 0 h 1858154"/>
              <a:gd name="connsiteX58" fmla="*/ 0 w 9288370"/>
              <a:gd name="connsiteY58" fmla="*/ 0 h 1858154"/>
              <a:gd name="connsiteX59" fmla="*/ 0 w 9288370"/>
              <a:gd name="connsiteY59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444611 w 9288370"/>
              <a:gd name="connsiteY20" fmla="*/ 1236739 h 1858154"/>
              <a:gd name="connsiteX21" fmla="*/ 3650072 w 9288370"/>
              <a:gd name="connsiteY21" fmla="*/ 1217421 h 1858154"/>
              <a:gd name="connsiteX22" fmla="*/ 3707853 w 9288370"/>
              <a:gd name="connsiteY22" fmla="*/ 1241722 h 1858154"/>
              <a:gd name="connsiteX23" fmla="*/ 3925616 w 9288370"/>
              <a:gd name="connsiteY23" fmla="*/ 1253751 h 1858154"/>
              <a:gd name="connsiteX24" fmla="*/ 3995849 w 9288370"/>
              <a:gd name="connsiteY24" fmla="*/ 1272939 h 1858154"/>
              <a:gd name="connsiteX25" fmla="*/ 4190310 w 9288370"/>
              <a:gd name="connsiteY25" fmla="*/ 1307786 h 1858154"/>
              <a:gd name="connsiteX26" fmla="*/ 4230008 w 9288370"/>
              <a:gd name="connsiteY26" fmla="*/ 1303546 h 1858154"/>
              <a:gd name="connsiteX27" fmla="*/ 4575478 w 9288370"/>
              <a:gd name="connsiteY27" fmla="*/ 1261726 h 1858154"/>
              <a:gd name="connsiteX28" fmla="*/ 4650026 w 9288370"/>
              <a:gd name="connsiteY28" fmla="*/ 1265798 h 1858154"/>
              <a:gd name="connsiteX29" fmla="*/ 4792008 w 9288370"/>
              <a:gd name="connsiteY29" fmla="*/ 1243899 h 1858154"/>
              <a:gd name="connsiteX30" fmla="*/ 4954126 w 9288370"/>
              <a:gd name="connsiteY30" fmla="*/ 1204617 h 1858154"/>
              <a:gd name="connsiteX31" fmla="*/ 5309678 w 9288370"/>
              <a:gd name="connsiteY31" fmla="*/ 1128278 h 1858154"/>
              <a:gd name="connsiteX32" fmla="*/ 5474724 w 9288370"/>
              <a:gd name="connsiteY32" fmla="*/ 1091167 h 1858154"/>
              <a:gd name="connsiteX33" fmla="*/ 5612132 w 9288370"/>
              <a:gd name="connsiteY33" fmla="*/ 1051509 h 1858154"/>
              <a:gd name="connsiteX34" fmla="*/ 5776618 w 9288370"/>
              <a:gd name="connsiteY34" fmla="*/ 1053037 h 1858154"/>
              <a:gd name="connsiteX35" fmla="*/ 5785786 w 9288370"/>
              <a:gd name="connsiteY35" fmla="*/ 1051213 h 1858154"/>
              <a:gd name="connsiteX36" fmla="*/ 5829381 w 9288370"/>
              <a:gd name="connsiteY36" fmla="*/ 1046878 h 1858154"/>
              <a:gd name="connsiteX37" fmla="*/ 5943596 w 9288370"/>
              <a:gd name="connsiteY37" fmla="*/ 1043237 h 1858154"/>
              <a:gd name="connsiteX38" fmla="*/ 5985730 w 9288370"/>
              <a:gd name="connsiteY38" fmla="*/ 1035396 h 1858154"/>
              <a:gd name="connsiteX39" fmla="*/ 6103109 w 9288370"/>
              <a:gd name="connsiteY39" fmla="*/ 1019019 h 1858154"/>
              <a:gd name="connsiteX40" fmla="*/ 6222406 w 9288370"/>
              <a:gd name="connsiteY40" fmla="*/ 985341 h 1858154"/>
              <a:gd name="connsiteX41" fmla="*/ 6598672 w 9288370"/>
              <a:gd name="connsiteY41" fmla="*/ 902062 h 1858154"/>
              <a:gd name="connsiteX42" fmla="*/ 6766149 w 9288370"/>
              <a:gd name="connsiteY42" fmla="*/ 846132 h 1858154"/>
              <a:gd name="connsiteX43" fmla="*/ 6886312 w 9288370"/>
              <a:gd name="connsiteY43" fmla="*/ 781877 h 1858154"/>
              <a:gd name="connsiteX44" fmla="*/ 7006457 w 9288370"/>
              <a:gd name="connsiteY44" fmla="*/ 699758 h 1858154"/>
              <a:gd name="connsiteX45" fmla="*/ 7231643 w 9288370"/>
              <a:gd name="connsiteY45" fmla="*/ 640778 h 1858154"/>
              <a:gd name="connsiteX46" fmla="*/ 7363123 w 9288370"/>
              <a:gd name="connsiteY46" fmla="*/ 593682 h 1858154"/>
              <a:gd name="connsiteX47" fmla="*/ 7588368 w 9288370"/>
              <a:gd name="connsiteY47" fmla="*/ 531129 h 1858154"/>
              <a:gd name="connsiteX48" fmla="*/ 7952094 w 9288370"/>
              <a:gd name="connsiteY48" fmla="*/ 409302 h 1858154"/>
              <a:gd name="connsiteX49" fmla="*/ 8231938 w 9288370"/>
              <a:gd name="connsiteY49" fmla="*/ 259259 h 1858154"/>
              <a:gd name="connsiteX50" fmla="*/ 8428864 w 9288370"/>
              <a:gd name="connsiteY50" fmla="*/ 208471 h 1858154"/>
              <a:gd name="connsiteX51" fmla="*/ 8616510 w 9288370"/>
              <a:gd name="connsiteY51" fmla="*/ 161973 h 1858154"/>
              <a:gd name="connsiteX52" fmla="*/ 8826766 w 9288370"/>
              <a:gd name="connsiteY52" fmla="*/ 152111 h 1858154"/>
              <a:gd name="connsiteX53" fmla="*/ 8917647 w 9288370"/>
              <a:gd name="connsiteY53" fmla="*/ 112232 h 1858154"/>
              <a:gd name="connsiteX54" fmla="*/ 9182272 w 9288370"/>
              <a:gd name="connsiteY54" fmla="*/ 37171 h 1858154"/>
              <a:gd name="connsiteX55" fmla="*/ 9232990 w 9288370"/>
              <a:gd name="connsiteY55" fmla="*/ 24074 h 1858154"/>
              <a:gd name="connsiteX56" fmla="*/ 9288370 w 9288370"/>
              <a:gd name="connsiteY56" fmla="*/ 0 h 1858154"/>
              <a:gd name="connsiteX57" fmla="*/ 0 w 9288370"/>
              <a:gd name="connsiteY57" fmla="*/ 0 h 1858154"/>
              <a:gd name="connsiteX58" fmla="*/ 0 w 9288370"/>
              <a:gd name="connsiteY58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444611 w 9288370"/>
              <a:gd name="connsiteY20" fmla="*/ 1236739 h 1858154"/>
              <a:gd name="connsiteX21" fmla="*/ 3650072 w 9288370"/>
              <a:gd name="connsiteY21" fmla="*/ 1217421 h 1858154"/>
              <a:gd name="connsiteX22" fmla="*/ 3925616 w 9288370"/>
              <a:gd name="connsiteY22" fmla="*/ 1253751 h 1858154"/>
              <a:gd name="connsiteX23" fmla="*/ 3995849 w 9288370"/>
              <a:gd name="connsiteY23" fmla="*/ 1272939 h 1858154"/>
              <a:gd name="connsiteX24" fmla="*/ 4190310 w 9288370"/>
              <a:gd name="connsiteY24" fmla="*/ 1307786 h 1858154"/>
              <a:gd name="connsiteX25" fmla="*/ 4230008 w 9288370"/>
              <a:gd name="connsiteY25" fmla="*/ 1303546 h 1858154"/>
              <a:gd name="connsiteX26" fmla="*/ 4575478 w 9288370"/>
              <a:gd name="connsiteY26" fmla="*/ 1261726 h 1858154"/>
              <a:gd name="connsiteX27" fmla="*/ 4650026 w 9288370"/>
              <a:gd name="connsiteY27" fmla="*/ 1265798 h 1858154"/>
              <a:gd name="connsiteX28" fmla="*/ 4792008 w 9288370"/>
              <a:gd name="connsiteY28" fmla="*/ 1243899 h 1858154"/>
              <a:gd name="connsiteX29" fmla="*/ 4954126 w 9288370"/>
              <a:gd name="connsiteY29" fmla="*/ 1204617 h 1858154"/>
              <a:gd name="connsiteX30" fmla="*/ 5309678 w 9288370"/>
              <a:gd name="connsiteY30" fmla="*/ 1128278 h 1858154"/>
              <a:gd name="connsiteX31" fmla="*/ 5474724 w 9288370"/>
              <a:gd name="connsiteY31" fmla="*/ 1091167 h 1858154"/>
              <a:gd name="connsiteX32" fmla="*/ 5612132 w 9288370"/>
              <a:gd name="connsiteY32" fmla="*/ 1051509 h 1858154"/>
              <a:gd name="connsiteX33" fmla="*/ 5776618 w 9288370"/>
              <a:gd name="connsiteY33" fmla="*/ 1053037 h 1858154"/>
              <a:gd name="connsiteX34" fmla="*/ 5785786 w 9288370"/>
              <a:gd name="connsiteY34" fmla="*/ 1051213 h 1858154"/>
              <a:gd name="connsiteX35" fmla="*/ 5829381 w 9288370"/>
              <a:gd name="connsiteY35" fmla="*/ 1046878 h 1858154"/>
              <a:gd name="connsiteX36" fmla="*/ 5943596 w 9288370"/>
              <a:gd name="connsiteY36" fmla="*/ 1043237 h 1858154"/>
              <a:gd name="connsiteX37" fmla="*/ 5985730 w 9288370"/>
              <a:gd name="connsiteY37" fmla="*/ 1035396 h 1858154"/>
              <a:gd name="connsiteX38" fmla="*/ 6103109 w 9288370"/>
              <a:gd name="connsiteY38" fmla="*/ 1019019 h 1858154"/>
              <a:gd name="connsiteX39" fmla="*/ 6222406 w 9288370"/>
              <a:gd name="connsiteY39" fmla="*/ 985341 h 1858154"/>
              <a:gd name="connsiteX40" fmla="*/ 6598672 w 9288370"/>
              <a:gd name="connsiteY40" fmla="*/ 902062 h 1858154"/>
              <a:gd name="connsiteX41" fmla="*/ 6766149 w 9288370"/>
              <a:gd name="connsiteY41" fmla="*/ 846132 h 1858154"/>
              <a:gd name="connsiteX42" fmla="*/ 6886312 w 9288370"/>
              <a:gd name="connsiteY42" fmla="*/ 781877 h 1858154"/>
              <a:gd name="connsiteX43" fmla="*/ 7006457 w 9288370"/>
              <a:gd name="connsiteY43" fmla="*/ 699758 h 1858154"/>
              <a:gd name="connsiteX44" fmla="*/ 7231643 w 9288370"/>
              <a:gd name="connsiteY44" fmla="*/ 640778 h 1858154"/>
              <a:gd name="connsiteX45" fmla="*/ 7363123 w 9288370"/>
              <a:gd name="connsiteY45" fmla="*/ 593682 h 1858154"/>
              <a:gd name="connsiteX46" fmla="*/ 7588368 w 9288370"/>
              <a:gd name="connsiteY46" fmla="*/ 531129 h 1858154"/>
              <a:gd name="connsiteX47" fmla="*/ 7952094 w 9288370"/>
              <a:gd name="connsiteY47" fmla="*/ 409302 h 1858154"/>
              <a:gd name="connsiteX48" fmla="*/ 8231938 w 9288370"/>
              <a:gd name="connsiteY48" fmla="*/ 259259 h 1858154"/>
              <a:gd name="connsiteX49" fmla="*/ 8428864 w 9288370"/>
              <a:gd name="connsiteY49" fmla="*/ 208471 h 1858154"/>
              <a:gd name="connsiteX50" fmla="*/ 8616510 w 9288370"/>
              <a:gd name="connsiteY50" fmla="*/ 161973 h 1858154"/>
              <a:gd name="connsiteX51" fmla="*/ 8826766 w 9288370"/>
              <a:gd name="connsiteY51" fmla="*/ 152111 h 1858154"/>
              <a:gd name="connsiteX52" fmla="*/ 8917647 w 9288370"/>
              <a:gd name="connsiteY52" fmla="*/ 112232 h 1858154"/>
              <a:gd name="connsiteX53" fmla="*/ 9182272 w 9288370"/>
              <a:gd name="connsiteY53" fmla="*/ 37171 h 1858154"/>
              <a:gd name="connsiteX54" fmla="*/ 9232990 w 9288370"/>
              <a:gd name="connsiteY54" fmla="*/ 24074 h 1858154"/>
              <a:gd name="connsiteX55" fmla="*/ 9288370 w 9288370"/>
              <a:gd name="connsiteY55" fmla="*/ 0 h 1858154"/>
              <a:gd name="connsiteX56" fmla="*/ 0 w 9288370"/>
              <a:gd name="connsiteY56" fmla="*/ 0 h 1858154"/>
              <a:gd name="connsiteX57" fmla="*/ 0 w 9288370"/>
              <a:gd name="connsiteY57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444611 w 9288370"/>
              <a:gd name="connsiteY20" fmla="*/ 1236739 h 1858154"/>
              <a:gd name="connsiteX21" fmla="*/ 3650072 w 9288370"/>
              <a:gd name="connsiteY21" fmla="*/ 1217421 h 1858154"/>
              <a:gd name="connsiteX22" fmla="*/ 3925616 w 9288370"/>
              <a:gd name="connsiteY22" fmla="*/ 1253751 h 1858154"/>
              <a:gd name="connsiteX23" fmla="*/ 3995849 w 9288370"/>
              <a:gd name="connsiteY23" fmla="*/ 1272939 h 1858154"/>
              <a:gd name="connsiteX24" fmla="*/ 4190310 w 9288370"/>
              <a:gd name="connsiteY24" fmla="*/ 1307786 h 1858154"/>
              <a:gd name="connsiteX25" fmla="*/ 4575478 w 9288370"/>
              <a:gd name="connsiteY25" fmla="*/ 1261726 h 1858154"/>
              <a:gd name="connsiteX26" fmla="*/ 4650026 w 9288370"/>
              <a:gd name="connsiteY26" fmla="*/ 1265798 h 1858154"/>
              <a:gd name="connsiteX27" fmla="*/ 4792008 w 9288370"/>
              <a:gd name="connsiteY27" fmla="*/ 1243899 h 1858154"/>
              <a:gd name="connsiteX28" fmla="*/ 4954126 w 9288370"/>
              <a:gd name="connsiteY28" fmla="*/ 1204617 h 1858154"/>
              <a:gd name="connsiteX29" fmla="*/ 5309678 w 9288370"/>
              <a:gd name="connsiteY29" fmla="*/ 1128278 h 1858154"/>
              <a:gd name="connsiteX30" fmla="*/ 5474724 w 9288370"/>
              <a:gd name="connsiteY30" fmla="*/ 1091167 h 1858154"/>
              <a:gd name="connsiteX31" fmla="*/ 5612132 w 9288370"/>
              <a:gd name="connsiteY31" fmla="*/ 1051509 h 1858154"/>
              <a:gd name="connsiteX32" fmla="*/ 5776618 w 9288370"/>
              <a:gd name="connsiteY32" fmla="*/ 1053037 h 1858154"/>
              <a:gd name="connsiteX33" fmla="*/ 5785786 w 9288370"/>
              <a:gd name="connsiteY33" fmla="*/ 1051213 h 1858154"/>
              <a:gd name="connsiteX34" fmla="*/ 5829381 w 9288370"/>
              <a:gd name="connsiteY34" fmla="*/ 1046878 h 1858154"/>
              <a:gd name="connsiteX35" fmla="*/ 5943596 w 9288370"/>
              <a:gd name="connsiteY35" fmla="*/ 1043237 h 1858154"/>
              <a:gd name="connsiteX36" fmla="*/ 5985730 w 9288370"/>
              <a:gd name="connsiteY36" fmla="*/ 1035396 h 1858154"/>
              <a:gd name="connsiteX37" fmla="*/ 6103109 w 9288370"/>
              <a:gd name="connsiteY37" fmla="*/ 1019019 h 1858154"/>
              <a:gd name="connsiteX38" fmla="*/ 6222406 w 9288370"/>
              <a:gd name="connsiteY38" fmla="*/ 985341 h 1858154"/>
              <a:gd name="connsiteX39" fmla="*/ 6598672 w 9288370"/>
              <a:gd name="connsiteY39" fmla="*/ 902062 h 1858154"/>
              <a:gd name="connsiteX40" fmla="*/ 6766149 w 9288370"/>
              <a:gd name="connsiteY40" fmla="*/ 846132 h 1858154"/>
              <a:gd name="connsiteX41" fmla="*/ 6886312 w 9288370"/>
              <a:gd name="connsiteY41" fmla="*/ 781877 h 1858154"/>
              <a:gd name="connsiteX42" fmla="*/ 7006457 w 9288370"/>
              <a:gd name="connsiteY42" fmla="*/ 699758 h 1858154"/>
              <a:gd name="connsiteX43" fmla="*/ 7231643 w 9288370"/>
              <a:gd name="connsiteY43" fmla="*/ 640778 h 1858154"/>
              <a:gd name="connsiteX44" fmla="*/ 7363123 w 9288370"/>
              <a:gd name="connsiteY44" fmla="*/ 593682 h 1858154"/>
              <a:gd name="connsiteX45" fmla="*/ 7588368 w 9288370"/>
              <a:gd name="connsiteY45" fmla="*/ 531129 h 1858154"/>
              <a:gd name="connsiteX46" fmla="*/ 7952094 w 9288370"/>
              <a:gd name="connsiteY46" fmla="*/ 409302 h 1858154"/>
              <a:gd name="connsiteX47" fmla="*/ 8231938 w 9288370"/>
              <a:gd name="connsiteY47" fmla="*/ 259259 h 1858154"/>
              <a:gd name="connsiteX48" fmla="*/ 8428864 w 9288370"/>
              <a:gd name="connsiteY48" fmla="*/ 208471 h 1858154"/>
              <a:gd name="connsiteX49" fmla="*/ 8616510 w 9288370"/>
              <a:gd name="connsiteY49" fmla="*/ 161973 h 1858154"/>
              <a:gd name="connsiteX50" fmla="*/ 8826766 w 9288370"/>
              <a:gd name="connsiteY50" fmla="*/ 152111 h 1858154"/>
              <a:gd name="connsiteX51" fmla="*/ 8917647 w 9288370"/>
              <a:gd name="connsiteY51" fmla="*/ 112232 h 1858154"/>
              <a:gd name="connsiteX52" fmla="*/ 9182272 w 9288370"/>
              <a:gd name="connsiteY52" fmla="*/ 37171 h 1858154"/>
              <a:gd name="connsiteX53" fmla="*/ 9232990 w 9288370"/>
              <a:gd name="connsiteY53" fmla="*/ 24074 h 1858154"/>
              <a:gd name="connsiteX54" fmla="*/ 9288370 w 9288370"/>
              <a:gd name="connsiteY54" fmla="*/ 0 h 1858154"/>
              <a:gd name="connsiteX55" fmla="*/ 0 w 9288370"/>
              <a:gd name="connsiteY55" fmla="*/ 0 h 1858154"/>
              <a:gd name="connsiteX56" fmla="*/ 0 w 9288370"/>
              <a:gd name="connsiteY56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444611 w 9288370"/>
              <a:gd name="connsiteY20" fmla="*/ 1236739 h 1858154"/>
              <a:gd name="connsiteX21" fmla="*/ 3925616 w 9288370"/>
              <a:gd name="connsiteY21" fmla="*/ 1253751 h 1858154"/>
              <a:gd name="connsiteX22" fmla="*/ 3995849 w 9288370"/>
              <a:gd name="connsiteY22" fmla="*/ 1272939 h 1858154"/>
              <a:gd name="connsiteX23" fmla="*/ 4190310 w 9288370"/>
              <a:gd name="connsiteY23" fmla="*/ 1307786 h 1858154"/>
              <a:gd name="connsiteX24" fmla="*/ 4575478 w 9288370"/>
              <a:gd name="connsiteY24" fmla="*/ 1261726 h 1858154"/>
              <a:gd name="connsiteX25" fmla="*/ 4650026 w 9288370"/>
              <a:gd name="connsiteY25" fmla="*/ 1265798 h 1858154"/>
              <a:gd name="connsiteX26" fmla="*/ 4792008 w 9288370"/>
              <a:gd name="connsiteY26" fmla="*/ 1243899 h 1858154"/>
              <a:gd name="connsiteX27" fmla="*/ 4954126 w 9288370"/>
              <a:gd name="connsiteY27" fmla="*/ 1204617 h 1858154"/>
              <a:gd name="connsiteX28" fmla="*/ 5309678 w 9288370"/>
              <a:gd name="connsiteY28" fmla="*/ 1128278 h 1858154"/>
              <a:gd name="connsiteX29" fmla="*/ 5474724 w 9288370"/>
              <a:gd name="connsiteY29" fmla="*/ 1091167 h 1858154"/>
              <a:gd name="connsiteX30" fmla="*/ 5612132 w 9288370"/>
              <a:gd name="connsiteY30" fmla="*/ 1051509 h 1858154"/>
              <a:gd name="connsiteX31" fmla="*/ 5776618 w 9288370"/>
              <a:gd name="connsiteY31" fmla="*/ 1053037 h 1858154"/>
              <a:gd name="connsiteX32" fmla="*/ 5785786 w 9288370"/>
              <a:gd name="connsiteY32" fmla="*/ 1051213 h 1858154"/>
              <a:gd name="connsiteX33" fmla="*/ 5829381 w 9288370"/>
              <a:gd name="connsiteY33" fmla="*/ 1046878 h 1858154"/>
              <a:gd name="connsiteX34" fmla="*/ 5943596 w 9288370"/>
              <a:gd name="connsiteY34" fmla="*/ 1043237 h 1858154"/>
              <a:gd name="connsiteX35" fmla="*/ 5985730 w 9288370"/>
              <a:gd name="connsiteY35" fmla="*/ 1035396 h 1858154"/>
              <a:gd name="connsiteX36" fmla="*/ 6103109 w 9288370"/>
              <a:gd name="connsiteY36" fmla="*/ 1019019 h 1858154"/>
              <a:gd name="connsiteX37" fmla="*/ 6222406 w 9288370"/>
              <a:gd name="connsiteY37" fmla="*/ 985341 h 1858154"/>
              <a:gd name="connsiteX38" fmla="*/ 6598672 w 9288370"/>
              <a:gd name="connsiteY38" fmla="*/ 902062 h 1858154"/>
              <a:gd name="connsiteX39" fmla="*/ 6766149 w 9288370"/>
              <a:gd name="connsiteY39" fmla="*/ 846132 h 1858154"/>
              <a:gd name="connsiteX40" fmla="*/ 6886312 w 9288370"/>
              <a:gd name="connsiteY40" fmla="*/ 781877 h 1858154"/>
              <a:gd name="connsiteX41" fmla="*/ 7006457 w 9288370"/>
              <a:gd name="connsiteY41" fmla="*/ 699758 h 1858154"/>
              <a:gd name="connsiteX42" fmla="*/ 7231643 w 9288370"/>
              <a:gd name="connsiteY42" fmla="*/ 640778 h 1858154"/>
              <a:gd name="connsiteX43" fmla="*/ 7363123 w 9288370"/>
              <a:gd name="connsiteY43" fmla="*/ 593682 h 1858154"/>
              <a:gd name="connsiteX44" fmla="*/ 7588368 w 9288370"/>
              <a:gd name="connsiteY44" fmla="*/ 531129 h 1858154"/>
              <a:gd name="connsiteX45" fmla="*/ 7952094 w 9288370"/>
              <a:gd name="connsiteY45" fmla="*/ 409302 h 1858154"/>
              <a:gd name="connsiteX46" fmla="*/ 8231938 w 9288370"/>
              <a:gd name="connsiteY46" fmla="*/ 259259 h 1858154"/>
              <a:gd name="connsiteX47" fmla="*/ 8428864 w 9288370"/>
              <a:gd name="connsiteY47" fmla="*/ 208471 h 1858154"/>
              <a:gd name="connsiteX48" fmla="*/ 8616510 w 9288370"/>
              <a:gd name="connsiteY48" fmla="*/ 161973 h 1858154"/>
              <a:gd name="connsiteX49" fmla="*/ 8826766 w 9288370"/>
              <a:gd name="connsiteY49" fmla="*/ 152111 h 1858154"/>
              <a:gd name="connsiteX50" fmla="*/ 8917647 w 9288370"/>
              <a:gd name="connsiteY50" fmla="*/ 112232 h 1858154"/>
              <a:gd name="connsiteX51" fmla="*/ 9182272 w 9288370"/>
              <a:gd name="connsiteY51" fmla="*/ 37171 h 1858154"/>
              <a:gd name="connsiteX52" fmla="*/ 9232990 w 9288370"/>
              <a:gd name="connsiteY52" fmla="*/ 24074 h 1858154"/>
              <a:gd name="connsiteX53" fmla="*/ 9288370 w 9288370"/>
              <a:gd name="connsiteY53" fmla="*/ 0 h 1858154"/>
              <a:gd name="connsiteX54" fmla="*/ 0 w 9288370"/>
              <a:gd name="connsiteY54" fmla="*/ 0 h 1858154"/>
              <a:gd name="connsiteX55" fmla="*/ 0 w 9288370"/>
              <a:gd name="connsiteY55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444611 w 9288370"/>
              <a:gd name="connsiteY20" fmla="*/ 1236739 h 1858154"/>
              <a:gd name="connsiteX21" fmla="*/ 3925616 w 9288370"/>
              <a:gd name="connsiteY21" fmla="*/ 1253751 h 1858154"/>
              <a:gd name="connsiteX22" fmla="*/ 3995849 w 9288370"/>
              <a:gd name="connsiteY22" fmla="*/ 1272939 h 1858154"/>
              <a:gd name="connsiteX23" fmla="*/ 4190310 w 9288370"/>
              <a:gd name="connsiteY23" fmla="*/ 1307786 h 1858154"/>
              <a:gd name="connsiteX24" fmla="*/ 4575478 w 9288370"/>
              <a:gd name="connsiteY24" fmla="*/ 1261726 h 1858154"/>
              <a:gd name="connsiteX25" fmla="*/ 4650026 w 9288370"/>
              <a:gd name="connsiteY25" fmla="*/ 1265798 h 1858154"/>
              <a:gd name="connsiteX26" fmla="*/ 4792008 w 9288370"/>
              <a:gd name="connsiteY26" fmla="*/ 1243899 h 1858154"/>
              <a:gd name="connsiteX27" fmla="*/ 4954126 w 9288370"/>
              <a:gd name="connsiteY27" fmla="*/ 1204617 h 1858154"/>
              <a:gd name="connsiteX28" fmla="*/ 5309678 w 9288370"/>
              <a:gd name="connsiteY28" fmla="*/ 1128278 h 1858154"/>
              <a:gd name="connsiteX29" fmla="*/ 5474724 w 9288370"/>
              <a:gd name="connsiteY29" fmla="*/ 1091167 h 1858154"/>
              <a:gd name="connsiteX30" fmla="*/ 5776618 w 9288370"/>
              <a:gd name="connsiteY30" fmla="*/ 1053037 h 1858154"/>
              <a:gd name="connsiteX31" fmla="*/ 5785786 w 9288370"/>
              <a:gd name="connsiteY31" fmla="*/ 1051213 h 1858154"/>
              <a:gd name="connsiteX32" fmla="*/ 5829381 w 9288370"/>
              <a:gd name="connsiteY32" fmla="*/ 1046878 h 1858154"/>
              <a:gd name="connsiteX33" fmla="*/ 5943596 w 9288370"/>
              <a:gd name="connsiteY33" fmla="*/ 1043237 h 1858154"/>
              <a:gd name="connsiteX34" fmla="*/ 5985730 w 9288370"/>
              <a:gd name="connsiteY34" fmla="*/ 1035396 h 1858154"/>
              <a:gd name="connsiteX35" fmla="*/ 6103109 w 9288370"/>
              <a:gd name="connsiteY35" fmla="*/ 1019019 h 1858154"/>
              <a:gd name="connsiteX36" fmla="*/ 6222406 w 9288370"/>
              <a:gd name="connsiteY36" fmla="*/ 985341 h 1858154"/>
              <a:gd name="connsiteX37" fmla="*/ 6598672 w 9288370"/>
              <a:gd name="connsiteY37" fmla="*/ 902062 h 1858154"/>
              <a:gd name="connsiteX38" fmla="*/ 6766149 w 9288370"/>
              <a:gd name="connsiteY38" fmla="*/ 846132 h 1858154"/>
              <a:gd name="connsiteX39" fmla="*/ 6886312 w 9288370"/>
              <a:gd name="connsiteY39" fmla="*/ 781877 h 1858154"/>
              <a:gd name="connsiteX40" fmla="*/ 7006457 w 9288370"/>
              <a:gd name="connsiteY40" fmla="*/ 699758 h 1858154"/>
              <a:gd name="connsiteX41" fmla="*/ 7231643 w 9288370"/>
              <a:gd name="connsiteY41" fmla="*/ 640778 h 1858154"/>
              <a:gd name="connsiteX42" fmla="*/ 7363123 w 9288370"/>
              <a:gd name="connsiteY42" fmla="*/ 593682 h 1858154"/>
              <a:gd name="connsiteX43" fmla="*/ 7588368 w 9288370"/>
              <a:gd name="connsiteY43" fmla="*/ 531129 h 1858154"/>
              <a:gd name="connsiteX44" fmla="*/ 7952094 w 9288370"/>
              <a:gd name="connsiteY44" fmla="*/ 409302 h 1858154"/>
              <a:gd name="connsiteX45" fmla="*/ 8231938 w 9288370"/>
              <a:gd name="connsiteY45" fmla="*/ 259259 h 1858154"/>
              <a:gd name="connsiteX46" fmla="*/ 8428864 w 9288370"/>
              <a:gd name="connsiteY46" fmla="*/ 208471 h 1858154"/>
              <a:gd name="connsiteX47" fmla="*/ 8616510 w 9288370"/>
              <a:gd name="connsiteY47" fmla="*/ 161973 h 1858154"/>
              <a:gd name="connsiteX48" fmla="*/ 8826766 w 9288370"/>
              <a:gd name="connsiteY48" fmla="*/ 152111 h 1858154"/>
              <a:gd name="connsiteX49" fmla="*/ 8917647 w 9288370"/>
              <a:gd name="connsiteY49" fmla="*/ 112232 h 1858154"/>
              <a:gd name="connsiteX50" fmla="*/ 9182272 w 9288370"/>
              <a:gd name="connsiteY50" fmla="*/ 37171 h 1858154"/>
              <a:gd name="connsiteX51" fmla="*/ 9232990 w 9288370"/>
              <a:gd name="connsiteY51" fmla="*/ 24074 h 1858154"/>
              <a:gd name="connsiteX52" fmla="*/ 9288370 w 9288370"/>
              <a:gd name="connsiteY52" fmla="*/ 0 h 1858154"/>
              <a:gd name="connsiteX53" fmla="*/ 0 w 9288370"/>
              <a:gd name="connsiteY53" fmla="*/ 0 h 1858154"/>
              <a:gd name="connsiteX54" fmla="*/ 0 w 9288370"/>
              <a:gd name="connsiteY54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643407 w 9288370"/>
              <a:gd name="connsiteY3" fmla="*/ 1597763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643407 w 9288370"/>
              <a:gd name="connsiteY3" fmla="*/ 1597763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454148 w 9288370"/>
              <a:gd name="connsiteY3" fmla="*/ 1669800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454148 w 9288370"/>
              <a:gd name="connsiteY3" fmla="*/ 1669800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454148 w 9288370"/>
              <a:gd name="connsiteY3" fmla="*/ 1669800 h 1858154"/>
              <a:gd name="connsiteX4" fmla="*/ 667158 w 9288370"/>
              <a:gd name="connsiteY4" fmla="*/ 1589385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454148 w 9288370"/>
              <a:gd name="connsiteY3" fmla="*/ 1669800 h 1858154"/>
              <a:gd name="connsiteX4" fmla="*/ 667158 w 9288370"/>
              <a:gd name="connsiteY4" fmla="*/ 1589385 h 1858154"/>
              <a:gd name="connsiteX5" fmla="*/ 849294 w 9288370"/>
              <a:gd name="connsiteY5" fmla="*/ 1552735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454148 w 9288370"/>
              <a:gd name="connsiteY3" fmla="*/ 1669800 h 1858154"/>
              <a:gd name="connsiteX4" fmla="*/ 667158 w 9288370"/>
              <a:gd name="connsiteY4" fmla="*/ 1589385 h 1858154"/>
              <a:gd name="connsiteX5" fmla="*/ 849294 w 9288370"/>
              <a:gd name="connsiteY5" fmla="*/ 1552735 h 1858154"/>
              <a:gd name="connsiteX6" fmla="*/ 1456865 w 9288370"/>
              <a:gd name="connsiteY6" fmla="*/ 1510292 h 1858154"/>
              <a:gd name="connsiteX7" fmla="*/ 1051573 w 9288370"/>
              <a:gd name="connsiteY7" fmla="*/ 1521570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88319 w 9288370"/>
              <a:gd name="connsiteY3" fmla="*/ 1690382 h 1858154"/>
              <a:gd name="connsiteX4" fmla="*/ 667158 w 9288370"/>
              <a:gd name="connsiteY4" fmla="*/ 1589385 h 1858154"/>
              <a:gd name="connsiteX5" fmla="*/ 849294 w 9288370"/>
              <a:gd name="connsiteY5" fmla="*/ 1552735 h 1858154"/>
              <a:gd name="connsiteX6" fmla="*/ 1456865 w 9288370"/>
              <a:gd name="connsiteY6" fmla="*/ 1510292 h 1858154"/>
              <a:gd name="connsiteX7" fmla="*/ 1051573 w 9288370"/>
              <a:gd name="connsiteY7" fmla="*/ 1521570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88319 w 9288370"/>
              <a:gd name="connsiteY3" fmla="*/ 1690382 h 1858154"/>
              <a:gd name="connsiteX4" fmla="*/ 667158 w 9288370"/>
              <a:gd name="connsiteY4" fmla="*/ 1589385 h 1858154"/>
              <a:gd name="connsiteX5" fmla="*/ 849294 w 9288370"/>
              <a:gd name="connsiteY5" fmla="*/ 1552735 h 1858154"/>
              <a:gd name="connsiteX6" fmla="*/ 1456865 w 9288370"/>
              <a:gd name="connsiteY6" fmla="*/ 1510292 h 1858154"/>
              <a:gd name="connsiteX7" fmla="*/ 1051573 w 9288370"/>
              <a:gd name="connsiteY7" fmla="*/ 1521570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38948 w 9288370"/>
              <a:gd name="connsiteY3" fmla="*/ 1710964 h 1858154"/>
              <a:gd name="connsiteX4" fmla="*/ 667158 w 9288370"/>
              <a:gd name="connsiteY4" fmla="*/ 1589385 h 1858154"/>
              <a:gd name="connsiteX5" fmla="*/ 849294 w 9288370"/>
              <a:gd name="connsiteY5" fmla="*/ 1552735 h 1858154"/>
              <a:gd name="connsiteX6" fmla="*/ 1456865 w 9288370"/>
              <a:gd name="connsiteY6" fmla="*/ 1510292 h 1858154"/>
              <a:gd name="connsiteX7" fmla="*/ 1051573 w 9288370"/>
              <a:gd name="connsiteY7" fmla="*/ 1521570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38948 w 9288370"/>
              <a:gd name="connsiteY3" fmla="*/ 1710964 h 1858154"/>
              <a:gd name="connsiteX4" fmla="*/ 535500 w 9288370"/>
              <a:gd name="connsiteY4" fmla="*/ 1645986 h 1858154"/>
              <a:gd name="connsiteX5" fmla="*/ 849294 w 9288370"/>
              <a:gd name="connsiteY5" fmla="*/ 1552735 h 1858154"/>
              <a:gd name="connsiteX6" fmla="*/ 1456865 w 9288370"/>
              <a:gd name="connsiteY6" fmla="*/ 1510292 h 1858154"/>
              <a:gd name="connsiteX7" fmla="*/ 1051573 w 9288370"/>
              <a:gd name="connsiteY7" fmla="*/ 1521570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38948 w 9288370"/>
              <a:gd name="connsiteY3" fmla="*/ 1710964 h 1858154"/>
              <a:gd name="connsiteX4" fmla="*/ 535500 w 9288370"/>
              <a:gd name="connsiteY4" fmla="*/ 1645986 h 1858154"/>
              <a:gd name="connsiteX5" fmla="*/ 717636 w 9288370"/>
              <a:gd name="connsiteY5" fmla="*/ 1599045 h 1858154"/>
              <a:gd name="connsiteX6" fmla="*/ 1456865 w 9288370"/>
              <a:gd name="connsiteY6" fmla="*/ 1510292 h 1858154"/>
              <a:gd name="connsiteX7" fmla="*/ 1051573 w 9288370"/>
              <a:gd name="connsiteY7" fmla="*/ 1521570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2101780 w 9288370"/>
              <a:gd name="connsiteY10" fmla="*/ 1409907 h 1858154"/>
              <a:gd name="connsiteX11" fmla="*/ 2244830 w 9288370"/>
              <a:gd name="connsiteY11" fmla="*/ 1388540 h 1858154"/>
              <a:gd name="connsiteX12" fmla="*/ 2428648 w 9288370"/>
              <a:gd name="connsiteY12" fmla="*/ 1372736 h 1858154"/>
              <a:gd name="connsiteX13" fmla="*/ 2645882 w 9288370"/>
              <a:gd name="connsiteY13" fmla="*/ 1341971 h 1858154"/>
              <a:gd name="connsiteX14" fmla="*/ 2707413 w 9288370"/>
              <a:gd name="connsiteY14" fmla="*/ 1347156 h 1858154"/>
              <a:gd name="connsiteX15" fmla="*/ 2843134 w 9288370"/>
              <a:gd name="connsiteY15" fmla="*/ 1323561 h 1858154"/>
              <a:gd name="connsiteX16" fmla="*/ 2923804 w 9288370"/>
              <a:gd name="connsiteY16" fmla="*/ 1314224 h 1858154"/>
              <a:gd name="connsiteX17" fmla="*/ 2953618 w 9288370"/>
              <a:gd name="connsiteY17" fmla="*/ 1318186 h 1858154"/>
              <a:gd name="connsiteX18" fmla="*/ 2995816 w 9288370"/>
              <a:gd name="connsiteY18" fmla="*/ 1318670 h 1858154"/>
              <a:gd name="connsiteX19" fmla="*/ 3444611 w 9288370"/>
              <a:gd name="connsiteY19" fmla="*/ 1236739 h 1858154"/>
              <a:gd name="connsiteX20" fmla="*/ 3925616 w 9288370"/>
              <a:gd name="connsiteY20" fmla="*/ 1253751 h 1858154"/>
              <a:gd name="connsiteX21" fmla="*/ 3995849 w 9288370"/>
              <a:gd name="connsiteY21" fmla="*/ 1272939 h 1858154"/>
              <a:gd name="connsiteX22" fmla="*/ 4190310 w 9288370"/>
              <a:gd name="connsiteY22" fmla="*/ 1307786 h 1858154"/>
              <a:gd name="connsiteX23" fmla="*/ 4575478 w 9288370"/>
              <a:gd name="connsiteY23" fmla="*/ 1261726 h 1858154"/>
              <a:gd name="connsiteX24" fmla="*/ 4650026 w 9288370"/>
              <a:gd name="connsiteY24" fmla="*/ 1265798 h 1858154"/>
              <a:gd name="connsiteX25" fmla="*/ 4792008 w 9288370"/>
              <a:gd name="connsiteY25" fmla="*/ 1243899 h 1858154"/>
              <a:gd name="connsiteX26" fmla="*/ 4954126 w 9288370"/>
              <a:gd name="connsiteY26" fmla="*/ 1204617 h 1858154"/>
              <a:gd name="connsiteX27" fmla="*/ 5309678 w 9288370"/>
              <a:gd name="connsiteY27" fmla="*/ 1128278 h 1858154"/>
              <a:gd name="connsiteX28" fmla="*/ 5474724 w 9288370"/>
              <a:gd name="connsiteY28" fmla="*/ 1091167 h 1858154"/>
              <a:gd name="connsiteX29" fmla="*/ 5776618 w 9288370"/>
              <a:gd name="connsiteY29" fmla="*/ 1053037 h 1858154"/>
              <a:gd name="connsiteX30" fmla="*/ 5785786 w 9288370"/>
              <a:gd name="connsiteY30" fmla="*/ 1051213 h 1858154"/>
              <a:gd name="connsiteX31" fmla="*/ 5829381 w 9288370"/>
              <a:gd name="connsiteY31" fmla="*/ 1046878 h 1858154"/>
              <a:gd name="connsiteX32" fmla="*/ 5943596 w 9288370"/>
              <a:gd name="connsiteY32" fmla="*/ 1043237 h 1858154"/>
              <a:gd name="connsiteX33" fmla="*/ 5985730 w 9288370"/>
              <a:gd name="connsiteY33" fmla="*/ 1035396 h 1858154"/>
              <a:gd name="connsiteX34" fmla="*/ 6103109 w 9288370"/>
              <a:gd name="connsiteY34" fmla="*/ 1019019 h 1858154"/>
              <a:gd name="connsiteX35" fmla="*/ 6222406 w 9288370"/>
              <a:gd name="connsiteY35" fmla="*/ 985341 h 1858154"/>
              <a:gd name="connsiteX36" fmla="*/ 6598672 w 9288370"/>
              <a:gd name="connsiteY36" fmla="*/ 902062 h 1858154"/>
              <a:gd name="connsiteX37" fmla="*/ 6766149 w 9288370"/>
              <a:gd name="connsiteY37" fmla="*/ 846132 h 1858154"/>
              <a:gd name="connsiteX38" fmla="*/ 6886312 w 9288370"/>
              <a:gd name="connsiteY38" fmla="*/ 781877 h 1858154"/>
              <a:gd name="connsiteX39" fmla="*/ 7006457 w 9288370"/>
              <a:gd name="connsiteY39" fmla="*/ 699758 h 1858154"/>
              <a:gd name="connsiteX40" fmla="*/ 7231643 w 9288370"/>
              <a:gd name="connsiteY40" fmla="*/ 640778 h 1858154"/>
              <a:gd name="connsiteX41" fmla="*/ 7363123 w 9288370"/>
              <a:gd name="connsiteY41" fmla="*/ 593682 h 1858154"/>
              <a:gd name="connsiteX42" fmla="*/ 7588368 w 9288370"/>
              <a:gd name="connsiteY42" fmla="*/ 531129 h 1858154"/>
              <a:gd name="connsiteX43" fmla="*/ 7952094 w 9288370"/>
              <a:gd name="connsiteY43" fmla="*/ 409302 h 1858154"/>
              <a:gd name="connsiteX44" fmla="*/ 8231938 w 9288370"/>
              <a:gd name="connsiteY44" fmla="*/ 259259 h 1858154"/>
              <a:gd name="connsiteX45" fmla="*/ 8428864 w 9288370"/>
              <a:gd name="connsiteY45" fmla="*/ 208471 h 1858154"/>
              <a:gd name="connsiteX46" fmla="*/ 8616510 w 9288370"/>
              <a:gd name="connsiteY46" fmla="*/ 161973 h 1858154"/>
              <a:gd name="connsiteX47" fmla="*/ 8826766 w 9288370"/>
              <a:gd name="connsiteY47" fmla="*/ 152111 h 1858154"/>
              <a:gd name="connsiteX48" fmla="*/ 8917647 w 9288370"/>
              <a:gd name="connsiteY48" fmla="*/ 112232 h 1858154"/>
              <a:gd name="connsiteX49" fmla="*/ 9182272 w 9288370"/>
              <a:gd name="connsiteY49" fmla="*/ 37171 h 1858154"/>
              <a:gd name="connsiteX50" fmla="*/ 9232990 w 9288370"/>
              <a:gd name="connsiteY50" fmla="*/ 24074 h 1858154"/>
              <a:gd name="connsiteX51" fmla="*/ 9288370 w 9288370"/>
              <a:gd name="connsiteY51" fmla="*/ 0 h 1858154"/>
              <a:gd name="connsiteX52" fmla="*/ 0 w 9288370"/>
              <a:gd name="connsiteY52" fmla="*/ 0 h 1858154"/>
              <a:gd name="connsiteX53" fmla="*/ 0 w 9288370"/>
              <a:gd name="connsiteY53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38948 w 9288370"/>
              <a:gd name="connsiteY3" fmla="*/ 1710964 h 1858154"/>
              <a:gd name="connsiteX4" fmla="*/ 535500 w 9288370"/>
              <a:gd name="connsiteY4" fmla="*/ 1645986 h 1858154"/>
              <a:gd name="connsiteX5" fmla="*/ 717636 w 9288370"/>
              <a:gd name="connsiteY5" fmla="*/ 1599045 h 1858154"/>
              <a:gd name="connsiteX6" fmla="*/ 1456865 w 9288370"/>
              <a:gd name="connsiteY6" fmla="*/ 1510292 h 1858154"/>
              <a:gd name="connsiteX7" fmla="*/ 1604999 w 9288370"/>
              <a:gd name="connsiteY7" fmla="*/ 1513599 h 1858154"/>
              <a:gd name="connsiteX8" fmla="*/ 1717911 w 9288370"/>
              <a:gd name="connsiteY8" fmla="*/ 1497764 h 1858154"/>
              <a:gd name="connsiteX9" fmla="*/ 2101780 w 9288370"/>
              <a:gd name="connsiteY9" fmla="*/ 1409907 h 1858154"/>
              <a:gd name="connsiteX10" fmla="*/ 2244830 w 9288370"/>
              <a:gd name="connsiteY10" fmla="*/ 1388540 h 1858154"/>
              <a:gd name="connsiteX11" fmla="*/ 2428648 w 9288370"/>
              <a:gd name="connsiteY11" fmla="*/ 1372736 h 1858154"/>
              <a:gd name="connsiteX12" fmla="*/ 2645882 w 9288370"/>
              <a:gd name="connsiteY12" fmla="*/ 1341971 h 1858154"/>
              <a:gd name="connsiteX13" fmla="*/ 2707413 w 9288370"/>
              <a:gd name="connsiteY13" fmla="*/ 1347156 h 1858154"/>
              <a:gd name="connsiteX14" fmla="*/ 2843134 w 9288370"/>
              <a:gd name="connsiteY14" fmla="*/ 1323561 h 1858154"/>
              <a:gd name="connsiteX15" fmla="*/ 2923804 w 9288370"/>
              <a:gd name="connsiteY15" fmla="*/ 1314224 h 1858154"/>
              <a:gd name="connsiteX16" fmla="*/ 2953618 w 9288370"/>
              <a:gd name="connsiteY16" fmla="*/ 1318186 h 1858154"/>
              <a:gd name="connsiteX17" fmla="*/ 2995816 w 9288370"/>
              <a:gd name="connsiteY17" fmla="*/ 1318670 h 1858154"/>
              <a:gd name="connsiteX18" fmla="*/ 3444611 w 9288370"/>
              <a:gd name="connsiteY18" fmla="*/ 1236739 h 1858154"/>
              <a:gd name="connsiteX19" fmla="*/ 3925616 w 9288370"/>
              <a:gd name="connsiteY19" fmla="*/ 1253751 h 1858154"/>
              <a:gd name="connsiteX20" fmla="*/ 3995849 w 9288370"/>
              <a:gd name="connsiteY20" fmla="*/ 1272939 h 1858154"/>
              <a:gd name="connsiteX21" fmla="*/ 4190310 w 9288370"/>
              <a:gd name="connsiteY21" fmla="*/ 1307786 h 1858154"/>
              <a:gd name="connsiteX22" fmla="*/ 4575478 w 9288370"/>
              <a:gd name="connsiteY22" fmla="*/ 1261726 h 1858154"/>
              <a:gd name="connsiteX23" fmla="*/ 4650026 w 9288370"/>
              <a:gd name="connsiteY23" fmla="*/ 1265798 h 1858154"/>
              <a:gd name="connsiteX24" fmla="*/ 4792008 w 9288370"/>
              <a:gd name="connsiteY24" fmla="*/ 1243899 h 1858154"/>
              <a:gd name="connsiteX25" fmla="*/ 4954126 w 9288370"/>
              <a:gd name="connsiteY25" fmla="*/ 1204617 h 1858154"/>
              <a:gd name="connsiteX26" fmla="*/ 5309678 w 9288370"/>
              <a:gd name="connsiteY26" fmla="*/ 1128278 h 1858154"/>
              <a:gd name="connsiteX27" fmla="*/ 5474724 w 9288370"/>
              <a:gd name="connsiteY27" fmla="*/ 1091167 h 1858154"/>
              <a:gd name="connsiteX28" fmla="*/ 5776618 w 9288370"/>
              <a:gd name="connsiteY28" fmla="*/ 1053037 h 1858154"/>
              <a:gd name="connsiteX29" fmla="*/ 5785786 w 9288370"/>
              <a:gd name="connsiteY29" fmla="*/ 1051213 h 1858154"/>
              <a:gd name="connsiteX30" fmla="*/ 5829381 w 9288370"/>
              <a:gd name="connsiteY30" fmla="*/ 1046878 h 1858154"/>
              <a:gd name="connsiteX31" fmla="*/ 5943596 w 9288370"/>
              <a:gd name="connsiteY31" fmla="*/ 1043237 h 1858154"/>
              <a:gd name="connsiteX32" fmla="*/ 5985730 w 9288370"/>
              <a:gd name="connsiteY32" fmla="*/ 1035396 h 1858154"/>
              <a:gd name="connsiteX33" fmla="*/ 6103109 w 9288370"/>
              <a:gd name="connsiteY33" fmla="*/ 1019019 h 1858154"/>
              <a:gd name="connsiteX34" fmla="*/ 6222406 w 9288370"/>
              <a:gd name="connsiteY34" fmla="*/ 985341 h 1858154"/>
              <a:gd name="connsiteX35" fmla="*/ 6598672 w 9288370"/>
              <a:gd name="connsiteY35" fmla="*/ 902062 h 1858154"/>
              <a:gd name="connsiteX36" fmla="*/ 6766149 w 9288370"/>
              <a:gd name="connsiteY36" fmla="*/ 846132 h 1858154"/>
              <a:gd name="connsiteX37" fmla="*/ 6886312 w 9288370"/>
              <a:gd name="connsiteY37" fmla="*/ 781877 h 1858154"/>
              <a:gd name="connsiteX38" fmla="*/ 7006457 w 9288370"/>
              <a:gd name="connsiteY38" fmla="*/ 699758 h 1858154"/>
              <a:gd name="connsiteX39" fmla="*/ 7231643 w 9288370"/>
              <a:gd name="connsiteY39" fmla="*/ 640778 h 1858154"/>
              <a:gd name="connsiteX40" fmla="*/ 7363123 w 9288370"/>
              <a:gd name="connsiteY40" fmla="*/ 593682 h 1858154"/>
              <a:gd name="connsiteX41" fmla="*/ 7588368 w 9288370"/>
              <a:gd name="connsiteY41" fmla="*/ 531129 h 1858154"/>
              <a:gd name="connsiteX42" fmla="*/ 7952094 w 9288370"/>
              <a:gd name="connsiteY42" fmla="*/ 409302 h 1858154"/>
              <a:gd name="connsiteX43" fmla="*/ 8231938 w 9288370"/>
              <a:gd name="connsiteY43" fmla="*/ 259259 h 1858154"/>
              <a:gd name="connsiteX44" fmla="*/ 8428864 w 9288370"/>
              <a:gd name="connsiteY44" fmla="*/ 208471 h 1858154"/>
              <a:gd name="connsiteX45" fmla="*/ 8616510 w 9288370"/>
              <a:gd name="connsiteY45" fmla="*/ 161973 h 1858154"/>
              <a:gd name="connsiteX46" fmla="*/ 8826766 w 9288370"/>
              <a:gd name="connsiteY46" fmla="*/ 152111 h 1858154"/>
              <a:gd name="connsiteX47" fmla="*/ 8917647 w 9288370"/>
              <a:gd name="connsiteY47" fmla="*/ 112232 h 1858154"/>
              <a:gd name="connsiteX48" fmla="*/ 9182272 w 9288370"/>
              <a:gd name="connsiteY48" fmla="*/ 37171 h 1858154"/>
              <a:gd name="connsiteX49" fmla="*/ 9232990 w 9288370"/>
              <a:gd name="connsiteY49" fmla="*/ 24074 h 1858154"/>
              <a:gd name="connsiteX50" fmla="*/ 9288370 w 9288370"/>
              <a:gd name="connsiteY50" fmla="*/ 0 h 1858154"/>
              <a:gd name="connsiteX51" fmla="*/ 0 w 9288370"/>
              <a:gd name="connsiteY51" fmla="*/ 0 h 1858154"/>
              <a:gd name="connsiteX52" fmla="*/ 0 w 9288370"/>
              <a:gd name="connsiteY5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172940 w 9288370"/>
              <a:gd name="connsiteY2" fmla="*/ 1764711 h 1858154"/>
              <a:gd name="connsiteX3" fmla="*/ 338948 w 9288370"/>
              <a:gd name="connsiteY3" fmla="*/ 1710964 h 1858154"/>
              <a:gd name="connsiteX4" fmla="*/ 535500 w 9288370"/>
              <a:gd name="connsiteY4" fmla="*/ 1645986 h 1858154"/>
              <a:gd name="connsiteX5" fmla="*/ 717636 w 9288370"/>
              <a:gd name="connsiteY5" fmla="*/ 1599045 h 1858154"/>
              <a:gd name="connsiteX6" fmla="*/ 1086577 w 9288370"/>
              <a:gd name="connsiteY6" fmla="*/ 1505147 h 1858154"/>
              <a:gd name="connsiteX7" fmla="*/ 1604999 w 9288370"/>
              <a:gd name="connsiteY7" fmla="*/ 1513599 h 1858154"/>
              <a:gd name="connsiteX8" fmla="*/ 1717911 w 9288370"/>
              <a:gd name="connsiteY8" fmla="*/ 1497764 h 1858154"/>
              <a:gd name="connsiteX9" fmla="*/ 2101780 w 9288370"/>
              <a:gd name="connsiteY9" fmla="*/ 1409907 h 1858154"/>
              <a:gd name="connsiteX10" fmla="*/ 2244830 w 9288370"/>
              <a:gd name="connsiteY10" fmla="*/ 1388540 h 1858154"/>
              <a:gd name="connsiteX11" fmla="*/ 2428648 w 9288370"/>
              <a:gd name="connsiteY11" fmla="*/ 1372736 h 1858154"/>
              <a:gd name="connsiteX12" fmla="*/ 2645882 w 9288370"/>
              <a:gd name="connsiteY12" fmla="*/ 1341971 h 1858154"/>
              <a:gd name="connsiteX13" fmla="*/ 2707413 w 9288370"/>
              <a:gd name="connsiteY13" fmla="*/ 1347156 h 1858154"/>
              <a:gd name="connsiteX14" fmla="*/ 2843134 w 9288370"/>
              <a:gd name="connsiteY14" fmla="*/ 1323561 h 1858154"/>
              <a:gd name="connsiteX15" fmla="*/ 2923804 w 9288370"/>
              <a:gd name="connsiteY15" fmla="*/ 1314224 h 1858154"/>
              <a:gd name="connsiteX16" fmla="*/ 2953618 w 9288370"/>
              <a:gd name="connsiteY16" fmla="*/ 1318186 h 1858154"/>
              <a:gd name="connsiteX17" fmla="*/ 2995816 w 9288370"/>
              <a:gd name="connsiteY17" fmla="*/ 1318670 h 1858154"/>
              <a:gd name="connsiteX18" fmla="*/ 3444611 w 9288370"/>
              <a:gd name="connsiteY18" fmla="*/ 1236739 h 1858154"/>
              <a:gd name="connsiteX19" fmla="*/ 3925616 w 9288370"/>
              <a:gd name="connsiteY19" fmla="*/ 1253751 h 1858154"/>
              <a:gd name="connsiteX20" fmla="*/ 3995849 w 9288370"/>
              <a:gd name="connsiteY20" fmla="*/ 1272939 h 1858154"/>
              <a:gd name="connsiteX21" fmla="*/ 4190310 w 9288370"/>
              <a:gd name="connsiteY21" fmla="*/ 1307786 h 1858154"/>
              <a:gd name="connsiteX22" fmla="*/ 4575478 w 9288370"/>
              <a:gd name="connsiteY22" fmla="*/ 1261726 h 1858154"/>
              <a:gd name="connsiteX23" fmla="*/ 4650026 w 9288370"/>
              <a:gd name="connsiteY23" fmla="*/ 1265798 h 1858154"/>
              <a:gd name="connsiteX24" fmla="*/ 4792008 w 9288370"/>
              <a:gd name="connsiteY24" fmla="*/ 1243899 h 1858154"/>
              <a:gd name="connsiteX25" fmla="*/ 4954126 w 9288370"/>
              <a:gd name="connsiteY25" fmla="*/ 1204617 h 1858154"/>
              <a:gd name="connsiteX26" fmla="*/ 5309678 w 9288370"/>
              <a:gd name="connsiteY26" fmla="*/ 1128278 h 1858154"/>
              <a:gd name="connsiteX27" fmla="*/ 5474724 w 9288370"/>
              <a:gd name="connsiteY27" fmla="*/ 1091167 h 1858154"/>
              <a:gd name="connsiteX28" fmla="*/ 5776618 w 9288370"/>
              <a:gd name="connsiteY28" fmla="*/ 1053037 h 1858154"/>
              <a:gd name="connsiteX29" fmla="*/ 5785786 w 9288370"/>
              <a:gd name="connsiteY29" fmla="*/ 1051213 h 1858154"/>
              <a:gd name="connsiteX30" fmla="*/ 5829381 w 9288370"/>
              <a:gd name="connsiteY30" fmla="*/ 1046878 h 1858154"/>
              <a:gd name="connsiteX31" fmla="*/ 5943596 w 9288370"/>
              <a:gd name="connsiteY31" fmla="*/ 1043237 h 1858154"/>
              <a:gd name="connsiteX32" fmla="*/ 5985730 w 9288370"/>
              <a:gd name="connsiteY32" fmla="*/ 1035396 h 1858154"/>
              <a:gd name="connsiteX33" fmla="*/ 6103109 w 9288370"/>
              <a:gd name="connsiteY33" fmla="*/ 1019019 h 1858154"/>
              <a:gd name="connsiteX34" fmla="*/ 6222406 w 9288370"/>
              <a:gd name="connsiteY34" fmla="*/ 985341 h 1858154"/>
              <a:gd name="connsiteX35" fmla="*/ 6598672 w 9288370"/>
              <a:gd name="connsiteY35" fmla="*/ 902062 h 1858154"/>
              <a:gd name="connsiteX36" fmla="*/ 6766149 w 9288370"/>
              <a:gd name="connsiteY36" fmla="*/ 846132 h 1858154"/>
              <a:gd name="connsiteX37" fmla="*/ 6886312 w 9288370"/>
              <a:gd name="connsiteY37" fmla="*/ 781877 h 1858154"/>
              <a:gd name="connsiteX38" fmla="*/ 7006457 w 9288370"/>
              <a:gd name="connsiteY38" fmla="*/ 699758 h 1858154"/>
              <a:gd name="connsiteX39" fmla="*/ 7231643 w 9288370"/>
              <a:gd name="connsiteY39" fmla="*/ 640778 h 1858154"/>
              <a:gd name="connsiteX40" fmla="*/ 7363123 w 9288370"/>
              <a:gd name="connsiteY40" fmla="*/ 593682 h 1858154"/>
              <a:gd name="connsiteX41" fmla="*/ 7588368 w 9288370"/>
              <a:gd name="connsiteY41" fmla="*/ 531129 h 1858154"/>
              <a:gd name="connsiteX42" fmla="*/ 7952094 w 9288370"/>
              <a:gd name="connsiteY42" fmla="*/ 409302 h 1858154"/>
              <a:gd name="connsiteX43" fmla="*/ 8231938 w 9288370"/>
              <a:gd name="connsiteY43" fmla="*/ 259259 h 1858154"/>
              <a:gd name="connsiteX44" fmla="*/ 8428864 w 9288370"/>
              <a:gd name="connsiteY44" fmla="*/ 208471 h 1858154"/>
              <a:gd name="connsiteX45" fmla="*/ 8616510 w 9288370"/>
              <a:gd name="connsiteY45" fmla="*/ 161973 h 1858154"/>
              <a:gd name="connsiteX46" fmla="*/ 8826766 w 9288370"/>
              <a:gd name="connsiteY46" fmla="*/ 152111 h 1858154"/>
              <a:gd name="connsiteX47" fmla="*/ 8917647 w 9288370"/>
              <a:gd name="connsiteY47" fmla="*/ 112232 h 1858154"/>
              <a:gd name="connsiteX48" fmla="*/ 9182272 w 9288370"/>
              <a:gd name="connsiteY48" fmla="*/ 37171 h 1858154"/>
              <a:gd name="connsiteX49" fmla="*/ 9232990 w 9288370"/>
              <a:gd name="connsiteY49" fmla="*/ 24074 h 1858154"/>
              <a:gd name="connsiteX50" fmla="*/ 9288370 w 9288370"/>
              <a:gd name="connsiteY50" fmla="*/ 0 h 1858154"/>
              <a:gd name="connsiteX51" fmla="*/ 0 w 9288370"/>
              <a:gd name="connsiteY51" fmla="*/ 0 h 1858154"/>
              <a:gd name="connsiteX52" fmla="*/ 0 w 9288370"/>
              <a:gd name="connsiteY52" fmla="*/ 1858154 h 185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9288370" h="1858154">
                <a:moveTo>
                  <a:pt x="0" y="1858154"/>
                </a:moveTo>
                <a:lnTo>
                  <a:pt x="1049" y="1857909"/>
                </a:lnTo>
                <a:cubicBezTo>
                  <a:pt x="74675" y="1831386"/>
                  <a:pt x="21048" y="1865568"/>
                  <a:pt x="172940" y="1764711"/>
                </a:cubicBezTo>
                <a:cubicBezTo>
                  <a:pt x="311483" y="1711511"/>
                  <a:pt x="169495" y="1729979"/>
                  <a:pt x="338948" y="1710964"/>
                </a:cubicBezTo>
                <a:cubicBezTo>
                  <a:pt x="385385" y="1705560"/>
                  <a:pt x="461234" y="1665690"/>
                  <a:pt x="535500" y="1645986"/>
                </a:cubicBezTo>
                <a:cubicBezTo>
                  <a:pt x="594561" y="1643179"/>
                  <a:pt x="628315" y="1617973"/>
                  <a:pt x="717636" y="1599045"/>
                </a:cubicBezTo>
                <a:lnTo>
                  <a:pt x="1086577" y="1505147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800708" y="1480482"/>
                  <a:pt x="2013960" y="1428111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77648" y="1305096"/>
                  <a:pt x="3335568" y="1253614"/>
                  <a:pt x="3444611" y="1236739"/>
                </a:cubicBezTo>
                <a:cubicBezTo>
                  <a:pt x="3599578" y="1225919"/>
                  <a:pt x="3833743" y="1247718"/>
                  <a:pt x="3925616" y="1253751"/>
                </a:cubicBezTo>
                <a:cubicBezTo>
                  <a:pt x="3973615" y="1258954"/>
                  <a:pt x="3951733" y="1263933"/>
                  <a:pt x="3995849" y="1272939"/>
                </a:cubicBezTo>
                <a:cubicBezTo>
                  <a:pt x="4035170" y="1280272"/>
                  <a:pt x="4151284" y="1302685"/>
                  <a:pt x="4190310" y="1307786"/>
                </a:cubicBezTo>
                <a:cubicBezTo>
                  <a:pt x="4286915" y="1305917"/>
                  <a:pt x="4498859" y="1268724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776618" y="1053037"/>
                </a:ln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828622" y="816303"/>
                  <a:pt x="6844288" y="800250"/>
                  <a:pt x="6886312" y="781877"/>
                </a:cubicBezTo>
                <a:cubicBezTo>
                  <a:pt x="6904346" y="770915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17574" y="550445"/>
                  <a:pt x="7588368" y="531129"/>
                </a:cubicBezTo>
                <a:cubicBezTo>
                  <a:pt x="7669636" y="521516"/>
                  <a:pt x="7844833" y="454614"/>
                  <a:pt x="7952094" y="409302"/>
                </a:cubicBezTo>
                <a:cubicBezTo>
                  <a:pt x="8059356" y="363990"/>
                  <a:pt x="8146910" y="253405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lnTo>
                  <a:pt x="0" y="1858154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58CF3DF-0183-419B-93BB-68C620D83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1391900" cy="6542709"/>
          </a:xfrm>
          <a:custGeom>
            <a:avLst/>
            <a:gdLst>
              <a:gd name="connsiteX0" fmla="*/ 11391900 w 11391900"/>
              <a:gd name="connsiteY0" fmla="*/ 0 h 6542709"/>
              <a:gd name="connsiteX1" fmla="*/ 214241 w 11391900"/>
              <a:gd name="connsiteY1" fmla="*/ 0 h 6542709"/>
              <a:gd name="connsiteX2" fmla="*/ 0 w 11391900"/>
              <a:gd name="connsiteY2" fmla="*/ 6163678 h 6542709"/>
              <a:gd name="connsiteX3" fmla="*/ 11391900 w 11391900"/>
              <a:gd name="connsiteY3" fmla="*/ 6542709 h 654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91900" h="6542709">
                <a:moveTo>
                  <a:pt x="11391900" y="0"/>
                </a:moveTo>
                <a:lnTo>
                  <a:pt x="214241" y="0"/>
                </a:lnTo>
                <a:lnTo>
                  <a:pt x="0" y="6163678"/>
                </a:lnTo>
                <a:lnTo>
                  <a:pt x="11391900" y="6542709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對齊霓虹燈鐳射光線以形成三角形">
            <a:extLst>
              <a:ext uri="{FF2B5EF4-FFF2-40B4-BE49-F238E27FC236}">
                <a16:creationId xmlns:a16="http://schemas.microsoft.com/office/drawing/2014/main" id="{24AB3112-D65B-B5A7-AE1A-EFA73A7661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29" r="-1" b="598"/>
          <a:stretch/>
        </p:blipFill>
        <p:spPr>
          <a:xfrm>
            <a:off x="20" y="10"/>
            <a:ext cx="11244875" cy="6393594"/>
          </a:xfrm>
          <a:custGeom>
            <a:avLst/>
            <a:gdLst/>
            <a:ahLst/>
            <a:cxnLst/>
            <a:rect l="l" t="t" r="r" b="b"/>
            <a:pathLst>
              <a:path w="11244895" h="6393604">
                <a:moveTo>
                  <a:pt x="0" y="0"/>
                </a:moveTo>
                <a:lnTo>
                  <a:pt x="11024882" y="0"/>
                </a:lnTo>
                <a:lnTo>
                  <a:pt x="11244874" y="5980202"/>
                </a:lnTo>
                <a:cubicBezTo>
                  <a:pt x="11245230" y="5990765"/>
                  <a:pt x="11241062" y="6000472"/>
                  <a:pt x="11234024" y="6007639"/>
                </a:cubicBezTo>
                <a:lnTo>
                  <a:pt x="11206188" y="6019725"/>
                </a:lnTo>
                <a:cubicBezTo>
                  <a:pt x="11206216" y="6020500"/>
                  <a:pt x="11206246" y="6021274"/>
                  <a:pt x="11206274" y="6022049"/>
                </a:cubicBezTo>
                <a:lnTo>
                  <a:pt x="10574878" y="6042984"/>
                </a:lnTo>
                <a:lnTo>
                  <a:pt x="10558875" y="6047706"/>
                </a:lnTo>
                <a:cubicBezTo>
                  <a:pt x="10550278" y="6049738"/>
                  <a:pt x="10538428" y="6051751"/>
                  <a:pt x="10520436" y="6053193"/>
                </a:cubicBezTo>
                <a:cubicBezTo>
                  <a:pt x="10475138" y="6040706"/>
                  <a:pt x="10418243" y="6076360"/>
                  <a:pt x="10361896" y="6059419"/>
                </a:cubicBezTo>
                <a:cubicBezTo>
                  <a:pt x="10341403" y="6055542"/>
                  <a:pt x="10279362" y="6057956"/>
                  <a:pt x="10268486" y="6067189"/>
                </a:cubicBezTo>
                <a:cubicBezTo>
                  <a:pt x="10255727" y="6069499"/>
                  <a:pt x="10240317" y="6066803"/>
                  <a:pt x="10235276" y="6076493"/>
                </a:cubicBezTo>
                <a:cubicBezTo>
                  <a:pt x="10226520" y="6088232"/>
                  <a:pt x="10179594" y="6071903"/>
                  <a:pt x="10187365" y="6085214"/>
                </a:cubicBezTo>
                <a:cubicBezTo>
                  <a:pt x="10154086" y="6074061"/>
                  <a:pt x="10130952" y="6098795"/>
                  <a:pt x="10104570" y="6105527"/>
                </a:cubicBezTo>
                <a:lnTo>
                  <a:pt x="10024444" y="6115758"/>
                </a:lnTo>
                <a:lnTo>
                  <a:pt x="9970441" y="6119015"/>
                </a:lnTo>
                <a:lnTo>
                  <a:pt x="9962588" y="6118985"/>
                </a:lnTo>
                <a:lnTo>
                  <a:pt x="9897357" y="6110779"/>
                </a:lnTo>
                <a:cubicBezTo>
                  <a:pt x="9895915" y="6112721"/>
                  <a:pt x="9893945" y="6114547"/>
                  <a:pt x="9891504" y="6116195"/>
                </a:cubicBezTo>
                <a:lnTo>
                  <a:pt x="9871379" y="6122185"/>
                </a:lnTo>
                <a:lnTo>
                  <a:pt x="9853740" y="6116538"/>
                </a:lnTo>
                <a:lnTo>
                  <a:pt x="9771804" y="6108146"/>
                </a:lnTo>
                <a:lnTo>
                  <a:pt x="9652162" y="6101878"/>
                </a:lnTo>
                <a:lnTo>
                  <a:pt x="9633903" y="6096074"/>
                </a:lnTo>
                <a:cubicBezTo>
                  <a:pt x="9592509" y="6090410"/>
                  <a:pt x="9543168" y="6099341"/>
                  <a:pt x="9516360" y="6084309"/>
                </a:cubicBezTo>
                <a:lnTo>
                  <a:pt x="9454893" y="6083927"/>
                </a:lnTo>
                <a:lnTo>
                  <a:pt x="9448281" y="6090004"/>
                </a:lnTo>
                <a:lnTo>
                  <a:pt x="9430107" y="6089060"/>
                </a:lnTo>
                <a:lnTo>
                  <a:pt x="9425264" y="6090092"/>
                </a:lnTo>
                <a:cubicBezTo>
                  <a:pt x="9416026" y="6092092"/>
                  <a:pt x="9406854" y="6093861"/>
                  <a:pt x="9397520" y="6094724"/>
                </a:cubicBezTo>
                <a:cubicBezTo>
                  <a:pt x="9398304" y="6089168"/>
                  <a:pt x="9396028" y="6085782"/>
                  <a:pt x="9391940" y="6083785"/>
                </a:cubicBezTo>
                <a:lnTo>
                  <a:pt x="9383661" y="6082480"/>
                </a:lnTo>
                <a:lnTo>
                  <a:pt x="9082566" y="6092463"/>
                </a:lnTo>
                <a:lnTo>
                  <a:pt x="9057129" y="6103516"/>
                </a:lnTo>
                <a:lnTo>
                  <a:pt x="8977002" y="6113748"/>
                </a:lnTo>
                <a:lnTo>
                  <a:pt x="8922998" y="6117005"/>
                </a:lnTo>
                <a:lnTo>
                  <a:pt x="8915145" y="6116975"/>
                </a:lnTo>
                <a:lnTo>
                  <a:pt x="8849913" y="6108769"/>
                </a:lnTo>
                <a:cubicBezTo>
                  <a:pt x="8848472" y="6110709"/>
                  <a:pt x="8846502" y="6112536"/>
                  <a:pt x="8844062" y="6114185"/>
                </a:cubicBezTo>
                <a:lnTo>
                  <a:pt x="8823936" y="6120175"/>
                </a:lnTo>
                <a:lnTo>
                  <a:pt x="8806296" y="6114528"/>
                </a:lnTo>
                <a:lnTo>
                  <a:pt x="8724361" y="6106136"/>
                </a:lnTo>
                <a:lnTo>
                  <a:pt x="8703362" y="6105036"/>
                </a:lnTo>
                <a:lnTo>
                  <a:pt x="7828889" y="6134030"/>
                </a:lnTo>
                <a:lnTo>
                  <a:pt x="7072945" y="6159094"/>
                </a:lnTo>
                <a:lnTo>
                  <a:pt x="6575033" y="6175603"/>
                </a:lnTo>
                <a:lnTo>
                  <a:pt x="6535251" y="6177101"/>
                </a:lnTo>
                <a:cubicBezTo>
                  <a:pt x="6544375" y="6185039"/>
                  <a:pt x="6360160" y="6189774"/>
                  <a:pt x="6293471" y="6185203"/>
                </a:cubicBezTo>
                <a:lnTo>
                  <a:pt x="6291786" y="6184994"/>
                </a:lnTo>
                <a:lnTo>
                  <a:pt x="3497393" y="6277645"/>
                </a:lnTo>
                <a:lnTo>
                  <a:pt x="0" y="6393604"/>
                </a:ln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1CFAF5C-B656-4964-BB14-3E870B286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454463"/>
            <a:ext cx="11244895" cy="2939141"/>
          </a:xfrm>
          <a:custGeom>
            <a:avLst/>
            <a:gdLst>
              <a:gd name="connsiteX0" fmla="*/ 215404 w 10676609"/>
              <a:gd name="connsiteY0" fmla="*/ 0 h 6579963"/>
              <a:gd name="connsiteX1" fmla="*/ 10676609 w 10676609"/>
              <a:gd name="connsiteY1" fmla="*/ 0 h 6579963"/>
              <a:gd name="connsiteX2" fmla="*/ 10676609 w 10676609"/>
              <a:gd name="connsiteY2" fmla="*/ 6579963 h 6579963"/>
              <a:gd name="connsiteX3" fmla="*/ 7355965 w 10676609"/>
              <a:gd name="connsiteY3" fmla="*/ 6464004 h 6579963"/>
              <a:gd name="connsiteX4" fmla="*/ 4702793 w 10676609"/>
              <a:gd name="connsiteY4" fmla="*/ 6371353 h 6579963"/>
              <a:gd name="connsiteX5" fmla="*/ 4701193 w 10676609"/>
              <a:gd name="connsiteY5" fmla="*/ 6371562 h 6579963"/>
              <a:gd name="connsiteX6" fmla="*/ 4471632 w 10676609"/>
              <a:gd name="connsiteY6" fmla="*/ 6363460 h 6579963"/>
              <a:gd name="connsiteX7" fmla="*/ 4433860 w 10676609"/>
              <a:gd name="connsiteY7" fmla="*/ 6361962 h 6579963"/>
              <a:gd name="connsiteX8" fmla="*/ 3961111 w 10676609"/>
              <a:gd name="connsiteY8" fmla="*/ 6345453 h 6579963"/>
              <a:gd name="connsiteX9" fmla="*/ 3243371 w 10676609"/>
              <a:gd name="connsiteY9" fmla="*/ 6320389 h 6579963"/>
              <a:gd name="connsiteX10" fmla="*/ 2413091 w 10676609"/>
              <a:gd name="connsiteY10" fmla="*/ 6291395 h 6579963"/>
              <a:gd name="connsiteX11" fmla="*/ 2393153 w 10676609"/>
              <a:gd name="connsiteY11" fmla="*/ 6292495 h 6579963"/>
              <a:gd name="connsiteX12" fmla="*/ 2315359 w 10676609"/>
              <a:gd name="connsiteY12" fmla="*/ 6300887 h 6579963"/>
              <a:gd name="connsiteX13" fmla="*/ 2298610 w 10676609"/>
              <a:gd name="connsiteY13" fmla="*/ 6306534 h 6579963"/>
              <a:gd name="connsiteX14" fmla="*/ 2279502 w 10676609"/>
              <a:gd name="connsiteY14" fmla="*/ 6300544 h 6579963"/>
              <a:gd name="connsiteX15" fmla="*/ 2273946 w 10676609"/>
              <a:gd name="connsiteY15" fmla="*/ 6295128 h 6579963"/>
              <a:gd name="connsiteX16" fmla="*/ 2212011 w 10676609"/>
              <a:gd name="connsiteY16" fmla="*/ 6303334 h 6579963"/>
              <a:gd name="connsiteX17" fmla="*/ 2204555 w 10676609"/>
              <a:gd name="connsiteY17" fmla="*/ 6303364 h 6579963"/>
              <a:gd name="connsiteX18" fmla="*/ 2153280 w 10676609"/>
              <a:gd name="connsiteY18" fmla="*/ 6300107 h 6579963"/>
              <a:gd name="connsiteX19" fmla="*/ 2077202 w 10676609"/>
              <a:gd name="connsiteY19" fmla="*/ 6289875 h 6579963"/>
              <a:gd name="connsiteX20" fmla="*/ 2053051 w 10676609"/>
              <a:gd name="connsiteY20" fmla="*/ 6278822 h 6579963"/>
              <a:gd name="connsiteX21" fmla="*/ 1767172 w 10676609"/>
              <a:gd name="connsiteY21" fmla="*/ 6268839 h 6579963"/>
              <a:gd name="connsiteX22" fmla="*/ 1759312 w 10676609"/>
              <a:gd name="connsiteY22" fmla="*/ 6270144 h 6579963"/>
              <a:gd name="connsiteX23" fmla="*/ 1754014 w 10676609"/>
              <a:gd name="connsiteY23" fmla="*/ 6281083 h 6579963"/>
              <a:gd name="connsiteX24" fmla="*/ 1727672 w 10676609"/>
              <a:gd name="connsiteY24" fmla="*/ 6276451 h 6579963"/>
              <a:gd name="connsiteX25" fmla="*/ 1723074 w 10676609"/>
              <a:gd name="connsiteY25" fmla="*/ 6275419 h 6579963"/>
              <a:gd name="connsiteX26" fmla="*/ 1705818 w 10676609"/>
              <a:gd name="connsiteY26" fmla="*/ 6276363 h 6579963"/>
              <a:gd name="connsiteX27" fmla="*/ 1699540 w 10676609"/>
              <a:gd name="connsiteY27" fmla="*/ 6270286 h 6579963"/>
              <a:gd name="connsiteX28" fmla="*/ 1641180 w 10676609"/>
              <a:gd name="connsiteY28" fmla="*/ 6270668 h 6579963"/>
              <a:gd name="connsiteX29" fmla="*/ 1529577 w 10676609"/>
              <a:gd name="connsiteY29" fmla="*/ 6282433 h 6579963"/>
              <a:gd name="connsiteX30" fmla="*/ 1512241 w 10676609"/>
              <a:gd name="connsiteY30" fmla="*/ 6288237 h 6579963"/>
              <a:gd name="connsiteX31" fmla="*/ 1398645 w 10676609"/>
              <a:gd name="connsiteY31" fmla="*/ 6294505 h 6579963"/>
              <a:gd name="connsiteX32" fmla="*/ 1320850 w 10676609"/>
              <a:gd name="connsiteY32" fmla="*/ 6302897 h 6579963"/>
              <a:gd name="connsiteX33" fmla="*/ 1304102 w 10676609"/>
              <a:gd name="connsiteY33" fmla="*/ 6308544 h 6579963"/>
              <a:gd name="connsiteX34" fmla="*/ 1284994 w 10676609"/>
              <a:gd name="connsiteY34" fmla="*/ 6302554 h 6579963"/>
              <a:gd name="connsiteX35" fmla="*/ 1279437 w 10676609"/>
              <a:gd name="connsiteY35" fmla="*/ 6297138 h 6579963"/>
              <a:gd name="connsiteX36" fmla="*/ 1217503 w 10676609"/>
              <a:gd name="connsiteY36" fmla="*/ 6305344 h 6579963"/>
              <a:gd name="connsiteX37" fmla="*/ 1210047 w 10676609"/>
              <a:gd name="connsiteY37" fmla="*/ 6305374 h 6579963"/>
              <a:gd name="connsiteX38" fmla="*/ 1158773 w 10676609"/>
              <a:gd name="connsiteY38" fmla="*/ 6302117 h 6579963"/>
              <a:gd name="connsiteX39" fmla="*/ 1082696 w 10676609"/>
              <a:gd name="connsiteY39" fmla="*/ 6291886 h 6579963"/>
              <a:gd name="connsiteX40" fmla="*/ 1004085 w 10676609"/>
              <a:gd name="connsiteY40" fmla="*/ 6271573 h 6579963"/>
              <a:gd name="connsiteX41" fmla="*/ 958596 w 10676609"/>
              <a:gd name="connsiteY41" fmla="*/ 6262852 h 6579963"/>
              <a:gd name="connsiteX42" fmla="*/ 927064 w 10676609"/>
              <a:gd name="connsiteY42" fmla="*/ 6253548 h 6579963"/>
              <a:gd name="connsiteX43" fmla="*/ 838375 w 10676609"/>
              <a:gd name="connsiteY43" fmla="*/ 6245778 h 6579963"/>
              <a:gd name="connsiteX44" fmla="*/ 687847 w 10676609"/>
              <a:gd name="connsiteY44" fmla="*/ 6239552 h 6579963"/>
              <a:gd name="connsiteX45" fmla="*/ 651350 w 10676609"/>
              <a:gd name="connsiteY45" fmla="*/ 6234065 h 6579963"/>
              <a:gd name="connsiteX46" fmla="*/ 636156 w 10676609"/>
              <a:gd name="connsiteY46" fmla="*/ 6229343 h 6579963"/>
              <a:gd name="connsiteX47" fmla="*/ 36669 w 10676609"/>
              <a:gd name="connsiteY47" fmla="*/ 6208408 h 6579963"/>
              <a:gd name="connsiteX48" fmla="*/ 36751 w 10676609"/>
              <a:gd name="connsiteY48" fmla="*/ 6206084 h 6579963"/>
              <a:gd name="connsiteX49" fmla="*/ 10322 w 10676609"/>
              <a:gd name="connsiteY49" fmla="*/ 6193998 h 6579963"/>
              <a:gd name="connsiteX50" fmla="*/ 20 w 10676609"/>
              <a:gd name="connsiteY50" fmla="*/ 6166561 h 6579963"/>
              <a:gd name="connsiteX51" fmla="*/ 109133 w 10676609"/>
              <a:gd name="connsiteY51" fmla="*/ 3041977 h 6579963"/>
              <a:gd name="connsiteX52" fmla="*/ 114182 w 10676609"/>
              <a:gd name="connsiteY52" fmla="*/ 3032927 h 6579963"/>
              <a:gd name="connsiteX53" fmla="*/ 109890 w 10676609"/>
              <a:gd name="connsiteY53" fmla="*/ 3021493 h 6579963"/>
              <a:gd name="connsiteX0" fmla="*/ 215404 w 10676609"/>
              <a:gd name="connsiteY0" fmla="*/ 0 h 6579963"/>
              <a:gd name="connsiteX1" fmla="*/ 10676609 w 10676609"/>
              <a:gd name="connsiteY1" fmla="*/ 0 h 6579963"/>
              <a:gd name="connsiteX2" fmla="*/ 10676609 w 10676609"/>
              <a:gd name="connsiteY2" fmla="*/ 6579963 h 6579963"/>
              <a:gd name="connsiteX3" fmla="*/ 7355965 w 10676609"/>
              <a:gd name="connsiteY3" fmla="*/ 6464004 h 6579963"/>
              <a:gd name="connsiteX4" fmla="*/ 4702793 w 10676609"/>
              <a:gd name="connsiteY4" fmla="*/ 6371353 h 6579963"/>
              <a:gd name="connsiteX5" fmla="*/ 4701193 w 10676609"/>
              <a:gd name="connsiteY5" fmla="*/ 6371562 h 6579963"/>
              <a:gd name="connsiteX6" fmla="*/ 4471632 w 10676609"/>
              <a:gd name="connsiteY6" fmla="*/ 6363460 h 6579963"/>
              <a:gd name="connsiteX7" fmla="*/ 4433860 w 10676609"/>
              <a:gd name="connsiteY7" fmla="*/ 6361962 h 6579963"/>
              <a:gd name="connsiteX8" fmla="*/ 3961111 w 10676609"/>
              <a:gd name="connsiteY8" fmla="*/ 6345453 h 6579963"/>
              <a:gd name="connsiteX9" fmla="*/ 3243371 w 10676609"/>
              <a:gd name="connsiteY9" fmla="*/ 6320389 h 6579963"/>
              <a:gd name="connsiteX10" fmla="*/ 2413091 w 10676609"/>
              <a:gd name="connsiteY10" fmla="*/ 6291395 h 6579963"/>
              <a:gd name="connsiteX11" fmla="*/ 2393153 w 10676609"/>
              <a:gd name="connsiteY11" fmla="*/ 6292495 h 6579963"/>
              <a:gd name="connsiteX12" fmla="*/ 2315359 w 10676609"/>
              <a:gd name="connsiteY12" fmla="*/ 6300887 h 6579963"/>
              <a:gd name="connsiteX13" fmla="*/ 2298610 w 10676609"/>
              <a:gd name="connsiteY13" fmla="*/ 6306534 h 6579963"/>
              <a:gd name="connsiteX14" fmla="*/ 2279502 w 10676609"/>
              <a:gd name="connsiteY14" fmla="*/ 6300544 h 6579963"/>
              <a:gd name="connsiteX15" fmla="*/ 2273946 w 10676609"/>
              <a:gd name="connsiteY15" fmla="*/ 6295128 h 6579963"/>
              <a:gd name="connsiteX16" fmla="*/ 2212011 w 10676609"/>
              <a:gd name="connsiteY16" fmla="*/ 6303334 h 6579963"/>
              <a:gd name="connsiteX17" fmla="*/ 2204555 w 10676609"/>
              <a:gd name="connsiteY17" fmla="*/ 6303364 h 6579963"/>
              <a:gd name="connsiteX18" fmla="*/ 2153280 w 10676609"/>
              <a:gd name="connsiteY18" fmla="*/ 6300107 h 6579963"/>
              <a:gd name="connsiteX19" fmla="*/ 2077202 w 10676609"/>
              <a:gd name="connsiteY19" fmla="*/ 6289875 h 6579963"/>
              <a:gd name="connsiteX20" fmla="*/ 2053051 w 10676609"/>
              <a:gd name="connsiteY20" fmla="*/ 6278822 h 6579963"/>
              <a:gd name="connsiteX21" fmla="*/ 1767172 w 10676609"/>
              <a:gd name="connsiteY21" fmla="*/ 6268839 h 6579963"/>
              <a:gd name="connsiteX22" fmla="*/ 1759312 w 10676609"/>
              <a:gd name="connsiteY22" fmla="*/ 6270144 h 6579963"/>
              <a:gd name="connsiteX23" fmla="*/ 1754014 w 10676609"/>
              <a:gd name="connsiteY23" fmla="*/ 6281083 h 6579963"/>
              <a:gd name="connsiteX24" fmla="*/ 1727672 w 10676609"/>
              <a:gd name="connsiteY24" fmla="*/ 6276451 h 6579963"/>
              <a:gd name="connsiteX25" fmla="*/ 1723074 w 10676609"/>
              <a:gd name="connsiteY25" fmla="*/ 6275419 h 6579963"/>
              <a:gd name="connsiteX26" fmla="*/ 1705818 w 10676609"/>
              <a:gd name="connsiteY26" fmla="*/ 6276363 h 6579963"/>
              <a:gd name="connsiteX27" fmla="*/ 1699540 w 10676609"/>
              <a:gd name="connsiteY27" fmla="*/ 6270286 h 6579963"/>
              <a:gd name="connsiteX28" fmla="*/ 1641180 w 10676609"/>
              <a:gd name="connsiteY28" fmla="*/ 6270668 h 6579963"/>
              <a:gd name="connsiteX29" fmla="*/ 1529577 w 10676609"/>
              <a:gd name="connsiteY29" fmla="*/ 6282433 h 6579963"/>
              <a:gd name="connsiteX30" fmla="*/ 1512241 w 10676609"/>
              <a:gd name="connsiteY30" fmla="*/ 6288237 h 6579963"/>
              <a:gd name="connsiteX31" fmla="*/ 1398645 w 10676609"/>
              <a:gd name="connsiteY31" fmla="*/ 6294505 h 6579963"/>
              <a:gd name="connsiteX32" fmla="*/ 1320850 w 10676609"/>
              <a:gd name="connsiteY32" fmla="*/ 6302897 h 6579963"/>
              <a:gd name="connsiteX33" fmla="*/ 1304102 w 10676609"/>
              <a:gd name="connsiteY33" fmla="*/ 6308544 h 6579963"/>
              <a:gd name="connsiteX34" fmla="*/ 1284994 w 10676609"/>
              <a:gd name="connsiteY34" fmla="*/ 6302554 h 6579963"/>
              <a:gd name="connsiteX35" fmla="*/ 1279437 w 10676609"/>
              <a:gd name="connsiteY35" fmla="*/ 6297138 h 6579963"/>
              <a:gd name="connsiteX36" fmla="*/ 1217503 w 10676609"/>
              <a:gd name="connsiteY36" fmla="*/ 6305344 h 6579963"/>
              <a:gd name="connsiteX37" fmla="*/ 1210047 w 10676609"/>
              <a:gd name="connsiteY37" fmla="*/ 6305374 h 6579963"/>
              <a:gd name="connsiteX38" fmla="*/ 1158773 w 10676609"/>
              <a:gd name="connsiteY38" fmla="*/ 6302117 h 6579963"/>
              <a:gd name="connsiteX39" fmla="*/ 1082696 w 10676609"/>
              <a:gd name="connsiteY39" fmla="*/ 6291886 h 6579963"/>
              <a:gd name="connsiteX40" fmla="*/ 1004085 w 10676609"/>
              <a:gd name="connsiteY40" fmla="*/ 6271573 h 6579963"/>
              <a:gd name="connsiteX41" fmla="*/ 958596 w 10676609"/>
              <a:gd name="connsiteY41" fmla="*/ 6262852 h 6579963"/>
              <a:gd name="connsiteX42" fmla="*/ 927064 w 10676609"/>
              <a:gd name="connsiteY42" fmla="*/ 6253548 h 6579963"/>
              <a:gd name="connsiteX43" fmla="*/ 838375 w 10676609"/>
              <a:gd name="connsiteY43" fmla="*/ 6245778 h 6579963"/>
              <a:gd name="connsiteX44" fmla="*/ 687847 w 10676609"/>
              <a:gd name="connsiteY44" fmla="*/ 6239552 h 6579963"/>
              <a:gd name="connsiteX45" fmla="*/ 651350 w 10676609"/>
              <a:gd name="connsiteY45" fmla="*/ 6234065 h 6579963"/>
              <a:gd name="connsiteX46" fmla="*/ 636156 w 10676609"/>
              <a:gd name="connsiteY46" fmla="*/ 6229343 h 6579963"/>
              <a:gd name="connsiteX47" fmla="*/ 36669 w 10676609"/>
              <a:gd name="connsiteY47" fmla="*/ 6208408 h 6579963"/>
              <a:gd name="connsiteX48" fmla="*/ 36751 w 10676609"/>
              <a:gd name="connsiteY48" fmla="*/ 6206084 h 6579963"/>
              <a:gd name="connsiteX49" fmla="*/ 10322 w 10676609"/>
              <a:gd name="connsiteY49" fmla="*/ 6193998 h 6579963"/>
              <a:gd name="connsiteX50" fmla="*/ 20 w 10676609"/>
              <a:gd name="connsiteY50" fmla="*/ 6166561 h 6579963"/>
              <a:gd name="connsiteX51" fmla="*/ 109133 w 10676609"/>
              <a:gd name="connsiteY51" fmla="*/ 3041977 h 6579963"/>
              <a:gd name="connsiteX52" fmla="*/ 114182 w 10676609"/>
              <a:gd name="connsiteY52" fmla="*/ 3032927 h 6579963"/>
              <a:gd name="connsiteX53" fmla="*/ 215404 w 10676609"/>
              <a:gd name="connsiteY53" fmla="*/ 0 h 6579963"/>
              <a:gd name="connsiteX0" fmla="*/ 215404 w 10676609"/>
              <a:gd name="connsiteY0" fmla="*/ 0 h 6579963"/>
              <a:gd name="connsiteX1" fmla="*/ 10676609 w 10676609"/>
              <a:gd name="connsiteY1" fmla="*/ 0 h 6579963"/>
              <a:gd name="connsiteX2" fmla="*/ 10676609 w 10676609"/>
              <a:gd name="connsiteY2" fmla="*/ 6579963 h 6579963"/>
              <a:gd name="connsiteX3" fmla="*/ 7355965 w 10676609"/>
              <a:gd name="connsiteY3" fmla="*/ 6464004 h 6579963"/>
              <a:gd name="connsiteX4" fmla="*/ 4702793 w 10676609"/>
              <a:gd name="connsiteY4" fmla="*/ 6371353 h 6579963"/>
              <a:gd name="connsiteX5" fmla="*/ 4701193 w 10676609"/>
              <a:gd name="connsiteY5" fmla="*/ 6371562 h 6579963"/>
              <a:gd name="connsiteX6" fmla="*/ 4471632 w 10676609"/>
              <a:gd name="connsiteY6" fmla="*/ 6363460 h 6579963"/>
              <a:gd name="connsiteX7" fmla="*/ 4433860 w 10676609"/>
              <a:gd name="connsiteY7" fmla="*/ 6361962 h 6579963"/>
              <a:gd name="connsiteX8" fmla="*/ 3961111 w 10676609"/>
              <a:gd name="connsiteY8" fmla="*/ 6345453 h 6579963"/>
              <a:gd name="connsiteX9" fmla="*/ 3243371 w 10676609"/>
              <a:gd name="connsiteY9" fmla="*/ 6320389 h 6579963"/>
              <a:gd name="connsiteX10" fmla="*/ 2413091 w 10676609"/>
              <a:gd name="connsiteY10" fmla="*/ 6291395 h 6579963"/>
              <a:gd name="connsiteX11" fmla="*/ 2393153 w 10676609"/>
              <a:gd name="connsiteY11" fmla="*/ 6292495 h 6579963"/>
              <a:gd name="connsiteX12" fmla="*/ 2315359 w 10676609"/>
              <a:gd name="connsiteY12" fmla="*/ 6300887 h 6579963"/>
              <a:gd name="connsiteX13" fmla="*/ 2298610 w 10676609"/>
              <a:gd name="connsiteY13" fmla="*/ 6306534 h 6579963"/>
              <a:gd name="connsiteX14" fmla="*/ 2279502 w 10676609"/>
              <a:gd name="connsiteY14" fmla="*/ 6300544 h 6579963"/>
              <a:gd name="connsiteX15" fmla="*/ 2273946 w 10676609"/>
              <a:gd name="connsiteY15" fmla="*/ 6295128 h 6579963"/>
              <a:gd name="connsiteX16" fmla="*/ 2212011 w 10676609"/>
              <a:gd name="connsiteY16" fmla="*/ 6303334 h 6579963"/>
              <a:gd name="connsiteX17" fmla="*/ 2204555 w 10676609"/>
              <a:gd name="connsiteY17" fmla="*/ 6303364 h 6579963"/>
              <a:gd name="connsiteX18" fmla="*/ 2153280 w 10676609"/>
              <a:gd name="connsiteY18" fmla="*/ 6300107 h 6579963"/>
              <a:gd name="connsiteX19" fmla="*/ 2077202 w 10676609"/>
              <a:gd name="connsiteY19" fmla="*/ 6289875 h 6579963"/>
              <a:gd name="connsiteX20" fmla="*/ 2053051 w 10676609"/>
              <a:gd name="connsiteY20" fmla="*/ 6278822 h 6579963"/>
              <a:gd name="connsiteX21" fmla="*/ 1767172 w 10676609"/>
              <a:gd name="connsiteY21" fmla="*/ 6268839 h 6579963"/>
              <a:gd name="connsiteX22" fmla="*/ 1759312 w 10676609"/>
              <a:gd name="connsiteY22" fmla="*/ 6270144 h 6579963"/>
              <a:gd name="connsiteX23" fmla="*/ 1754014 w 10676609"/>
              <a:gd name="connsiteY23" fmla="*/ 6281083 h 6579963"/>
              <a:gd name="connsiteX24" fmla="*/ 1727672 w 10676609"/>
              <a:gd name="connsiteY24" fmla="*/ 6276451 h 6579963"/>
              <a:gd name="connsiteX25" fmla="*/ 1723074 w 10676609"/>
              <a:gd name="connsiteY25" fmla="*/ 6275419 h 6579963"/>
              <a:gd name="connsiteX26" fmla="*/ 1705818 w 10676609"/>
              <a:gd name="connsiteY26" fmla="*/ 6276363 h 6579963"/>
              <a:gd name="connsiteX27" fmla="*/ 1699540 w 10676609"/>
              <a:gd name="connsiteY27" fmla="*/ 6270286 h 6579963"/>
              <a:gd name="connsiteX28" fmla="*/ 1641180 w 10676609"/>
              <a:gd name="connsiteY28" fmla="*/ 6270668 h 6579963"/>
              <a:gd name="connsiteX29" fmla="*/ 1529577 w 10676609"/>
              <a:gd name="connsiteY29" fmla="*/ 6282433 h 6579963"/>
              <a:gd name="connsiteX30" fmla="*/ 1512241 w 10676609"/>
              <a:gd name="connsiteY30" fmla="*/ 6288237 h 6579963"/>
              <a:gd name="connsiteX31" fmla="*/ 1398645 w 10676609"/>
              <a:gd name="connsiteY31" fmla="*/ 6294505 h 6579963"/>
              <a:gd name="connsiteX32" fmla="*/ 1320850 w 10676609"/>
              <a:gd name="connsiteY32" fmla="*/ 6302897 h 6579963"/>
              <a:gd name="connsiteX33" fmla="*/ 1304102 w 10676609"/>
              <a:gd name="connsiteY33" fmla="*/ 6308544 h 6579963"/>
              <a:gd name="connsiteX34" fmla="*/ 1284994 w 10676609"/>
              <a:gd name="connsiteY34" fmla="*/ 6302554 h 6579963"/>
              <a:gd name="connsiteX35" fmla="*/ 1279437 w 10676609"/>
              <a:gd name="connsiteY35" fmla="*/ 6297138 h 6579963"/>
              <a:gd name="connsiteX36" fmla="*/ 1217503 w 10676609"/>
              <a:gd name="connsiteY36" fmla="*/ 6305344 h 6579963"/>
              <a:gd name="connsiteX37" fmla="*/ 1210047 w 10676609"/>
              <a:gd name="connsiteY37" fmla="*/ 6305374 h 6579963"/>
              <a:gd name="connsiteX38" fmla="*/ 1158773 w 10676609"/>
              <a:gd name="connsiteY38" fmla="*/ 6302117 h 6579963"/>
              <a:gd name="connsiteX39" fmla="*/ 1082696 w 10676609"/>
              <a:gd name="connsiteY39" fmla="*/ 6291886 h 6579963"/>
              <a:gd name="connsiteX40" fmla="*/ 1004085 w 10676609"/>
              <a:gd name="connsiteY40" fmla="*/ 6271573 h 6579963"/>
              <a:gd name="connsiteX41" fmla="*/ 958596 w 10676609"/>
              <a:gd name="connsiteY41" fmla="*/ 6262852 h 6579963"/>
              <a:gd name="connsiteX42" fmla="*/ 927064 w 10676609"/>
              <a:gd name="connsiteY42" fmla="*/ 6253548 h 6579963"/>
              <a:gd name="connsiteX43" fmla="*/ 838375 w 10676609"/>
              <a:gd name="connsiteY43" fmla="*/ 6245778 h 6579963"/>
              <a:gd name="connsiteX44" fmla="*/ 687847 w 10676609"/>
              <a:gd name="connsiteY44" fmla="*/ 6239552 h 6579963"/>
              <a:gd name="connsiteX45" fmla="*/ 651350 w 10676609"/>
              <a:gd name="connsiteY45" fmla="*/ 6234065 h 6579963"/>
              <a:gd name="connsiteX46" fmla="*/ 636156 w 10676609"/>
              <a:gd name="connsiteY46" fmla="*/ 6229343 h 6579963"/>
              <a:gd name="connsiteX47" fmla="*/ 36669 w 10676609"/>
              <a:gd name="connsiteY47" fmla="*/ 6208408 h 6579963"/>
              <a:gd name="connsiteX48" fmla="*/ 36751 w 10676609"/>
              <a:gd name="connsiteY48" fmla="*/ 6206084 h 6579963"/>
              <a:gd name="connsiteX49" fmla="*/ 10322 w 10676609"/>
              <a:gd name="connsiteY49" fmla="*/ 6193998 h 6579963"/>
              <a:gd name="connsiteX50" fmla="*/ 20 w 10676609"/>
              <a:gd name="connsiteY50" fmla="*/ 6166561 h 6579963"/>
              <a:gd name="connsiteX51" fmla="*/ 109133 w 10676609"/>
              <a:gd name="connsiteY51" fmla="*/ 3041977 h 6579963"/>
              <a:gd name="connsiteX52" fmla="*/ 215404 w 10676609"/>
              <a:gd name="connsiteY52" fmla="*/ 0 h 6579963"/>
              <a:gd name="connsiteX0" fmla="*/ 215404 w 10676609"/>
              <a:gd name="connsiteY0" fmla="*/ 0 h 6579963"/>
              <a:gd name="connsiteX1" fmla="*/ 10676609 w 10676609"/>
              <a:gd name="connsiteY1" fmla="*/ 0 h 6579963"/>
              <a:gd name="connsiteX2" fmla="*/ 10676609 w 10676609"/>
              <a:gd name="connsiteY2" fmla="*/ 6579963 h 6579963"/>
              <a:gd name="connsiteX3" fmla="*/ 7355965 w 10676609"/>
              <a:gd name="connsiteY3" fmla="*/ 6464004 h 6579963"/>
              <a:gd name="connsiteX4" fmla="*/ 4702793 w 10676609"/>
              <a:gd name="connsiteY4" fmla="*/ 6371353 h 6579963"/>
              <a:gd name="connsiteX5" fmla="*/ 4701193 w 10676609"/>
              <a:gd name="connsiteY5" fmla="*/ 6371562 h 6579963"/>
              <a:gd name="connsiteX6" fmla="*/ 4471632 w 10676609"/>
              <a:gd name="connsiteY6" fmla="*/ 6363460 h 6579963"/>
              <a:gd name="connsiteX7" fmla="*/ 4433860 w 10676609"/>
              <a:gd name="connsiteY7" fmla="*/ 6361962 h 6579963"/>
              <a:gd name="connsiteX8" fmla="*/ 3961111 w 10676609"/>
              <a:gd name="connsiteY8" fmla="*/ 6345453 h 6579963"/>
              <a:gd name="connsiteX9" fmla="*/ 3243371 w 10676609"/>
              <a:gd name="connsiteY9" fmla="*/ 6320389 h 6579963"/>
              <a:gd name="connsiteX10" fmla="*/ 2413091 w 10676609"/>
              <a:gd name="connsiteY10" fmla="*/ 6291395 h 6579963"/>
              <a:gd name="connsiteX11" fmla="*/ 2393153 w 10676609"/>
              <a:gd name="connsiteY11" fmla="*/ 6292495 h 6579963"/>
              <a:gd name="connsiteX12" fmla="*/ 2315359 w 10676609"/>
              <a:gd name="connsiteY12" fmla="*/ 6300887 h 6579963"/>
              <a:gd name="connsiteX13" fmla="*/ 2298610 w 10676609"/>
              <a:gd name="connsiteY13" fmla="*/ 6306534 h 6579963"/>
              <a:gd name="connsiteX14" fmla="*/ 2279502 w 10676609"/>
              <a:gd name="connsiteY14" fmla="*/ 6300544 h 6579963"/>
              <a:gd name="connsiteX15" fmla="*/ 2273946 w 10676609"/>
              <a:gd name="connsiteY15" fmla="*/ 6295128 h 6579963"/>
              <a:gd name="connsiteX16" fmla="*/ 2212011 w 10676609"/>
              <a:gd name="connsiteY16" fmla="*/ 6303334 h 6579963"/>
              <a:gd name="connsiteX17" fmla="*/ 2204555 w 10676609"/>
              <a:gd name="connsiteY17" fmla="*/ 6303364 h 6579963"/>
              <a:gd name="connsiteX18" fmla="*/ 2153280 w 10676609"/>
              <a:gd name="connsiteY18" fmla="*/ 6300107 h 6579963"/>
              <a:gd name="connsiteX19" fmla="*/ 2077202 w 10676609"/>
              <a:gd name="connsiteY19" fmla="*/ 6289875 h 6579963"/>
              <a:gd name="connsiteX20" fmla="*/ 2053051 w 10676609"/>
              <a:gd name="connsiteY20" fmla="*/ 6278822 h 6579963"/>
              <a:gd name="connsiteX21" fmla="*/ 1767172 w 10676609"/>
              <a:gd name="connsiteY21" fmla="*/ 6268839 h 6579963"/>
              <a:gd name="connsiteX22" fmla="*/ 1759312 w 10676609"/>
              <a:gd name="connsiteY22" fmla="*/ 6270144 h 6579963"/>
              <a:gd name="connsiteX23" fmla="*/ 1754014 w 10676609"/>
              <a:gd name="connsiteY23" fmla="*/ 6281083 h 6579963"/>
              <a:gd name="connsiteX24" fmla="*/ 1727672 w 10676609"/>
              <a:gd name="connsiteY24" fmla="*/ 6276451 h 6579963"/>
              <a:gd name="connsiteX25" fmla="*/ 1723074 w 10676609"/>
              <a:gd name="connsiteY25" fmla="*/ 6275419 h 6579963"/>
              <a:gd name="connsiteX26" fmla="*/ 1705818 w 10676609"/>
              <a:gd name="connsiteY26" fmla="*/ 6276363 h 6579963"/>
              <a:gd name="connsiteX27" fmla="*/ 1699540 w 10676609"/>
              <a:gd name="connsiteY27" fmla="*/ 6270286 h 6579963"/>
              <a:gd name="connsiteX28" fmla="*/ 1641180 w 10676609"/>
              <a:gd name="connsiteY28" fmla="*/ 6270668 h 6579963"/>
              <a:gd name="connsiteX29" fmla="*/ 1529577 w 10676609"/>
              <a:gd name="connsiteY29" fmla="*/ 6282433 h 6579963"/>
              <a:gd name="connsiteX30" fmla="*/ 1512241 w 10676609"/>
              <a:gd name="connsiteY30" fmla="*/ 6288237 h 6579963"/>
              <a:gd name="connsiteX31" fmla="*/ 1398645 w 10676609"/>
              <a:gd name="connsiteY31" fmla="*/ 6294505 h 6579963"/>
              <a:gd name="connsiteX32" fmla="*/ 1320850 w 10676609"/>
              <a:gd name="connsiteY32" fmla="*/ 6302897 h 6579963"/>
              <a:gd name="connsiteX33" fmla="*/ 1304102 w 10676609"/>
              <a:gd name="connsiteY33" fmla="*/ 6308544 h 6579963"/>
              <a:gd name="connsiteX34" fmla="*/ 1284994 w 10676609"/>
              <a:gd name="connsiteY34" fmla="*/ 6302554 h 6579963"/>
              <a:gd name="connsiteX35" fmla="*/ 1279437 w 10676609"/>
              <a:gd name="connsiteY35" fmla="*/ 6297138 h 6579963"/>
              <a:gd name="connsiteX36" fmla="*/ 1217503 w 10676609"/>
              <a:gd name="connsiteY36" fmla="*/ 6305344 h 6579963"/>
              <a:gd name="connsiteX37" fmla="*/ 1210047 w 10676609"/>
              <a:gd name="connsiteY37" fmla="*/ 6305374 h 6579963"/>
              <a:gd name="connsiteX38" fmla="*/ 1158773 w 10676609"/>
              <a:gd name="connsiteY38" fmla="*/ 6302117 h 6579963"/>
              <a:gd name="connsiteX39" fmla="*/ 1082696 w 10676609"/>
              <a:gd name="connsiteY39" fmla="*/ 6291886 h 6579963"/>
              <a:gd name="connsiteX40" fmla="*/ 1004085 w 10676609"/>
              <a:gd name="connsiteY40" fmla="*/ 6271573 h 6579963"/>
              <a:gd name="connsiteX41" fmla="*/ 958596 w 10676609"/>
              <a:gd name="connsiteY41" fmla="*/ 6262852 h 6579963"/>
              <a:gd name="connsiteX42" fmla="*/ 927064 w 10676609"/>
              <a:gd name="connsiteY42" fmla="*/ 6253548 h 6579963"/>
              <a:gd name="connsiteX43" fmla="*/ 838375 w 10676609"/>
              <a:gd name="connsiteY43" fmla="*/ 6245778 h 6579963"/>
              <a:gd name="connsiteX44" fmla="*/ 687847 w 10676609"/>
              <a:gd name="connsiteY44" fmla="*/ 6239552 h 6579963"/>
              <a:gd name="connsiteX45" fmla="*/ 651350 w 10676609"/>
              <a:gd name="connsiteY45" fmla="*/ 6234065 h 6579963"/>
              <a:gd name="connsiteX46" fmla="*/ 636156 w 10676609"/>
              <a:gd name="connsiteY46" fmla="*/ 6229343 h 6579963"/>
              <a:gd name="connsiteX47" fmla="*/ 36669 w 10676609"/>
              <a:gd name="connsiteY47" fmla="*/ 6208408 h 6579963"/>
              <a:gd name="connsiteX48" fmla="*/ 36751 w 10676609"/>
              <a:gd name="connsiteY48" fmla="*/ 6206084 h 6579963"/>
              <a:gd name="connsiteX49" fmla="*/ 10322 w 10676609"/>
              <a:gd name="connsiteY49" fmla="*/ 6193998 h 6579963"/>
              <a:gd name="connsiteX50" fmla="*/ 20 w 10676609"/>
              <a:gd name="connsiteY50" fmla="*/ 6166561 h 6579963"/>
              <a:gd name="connsiteX51" fmla="*/ 215404 w 10676609"/>
              <a:gd name="connsiteY51" fmla="*/ 0 h 6579963"/>
              <a:gd name="connsiteX0" fmla="*/ 87963 w 10676609"/>
              <a:gd name="connsiteY0" fmla="*/ 3640822 h 6579963"/>
              <a:gd name="connsiteX1" fmla="*/ 10676609 w 10676609"/>
              <a:gd name="connsiteY1" fmla="*/ 0 h 6579963"/>
              <a:gd name="connsiteX2" fmla="*/ 10676609 w 10676609"/>
              <a:gd name="connsiteY2" fmla="*/ 6579963 h 6579963"/>
              <a:gd name="connsiteX3" fmla="*/ 7355965 w 10676609"/>
              <a:gd name="connsiteY3" fmla="*/ 6464004 h 6579963"/>
              <a:gd name="connsiteX4" fmla="*/ 4702793 w 10676609"/>
              <a:gd name="connsiteY4" fmla="*/ 6371353 h 6579963"/>
              <a:gd name="connsiteX5" fmla="*/ 4701193 w 10676609"/>
              <a:gd name="connsiteY5" fmla="*/ 6371562 h 6579963"/>
              <a:gd name="connsiteX6" fmla="*/ 4471632 w 10676609"/>
              <a:gd name="connsiteY6" fmla="*/ 6363460 h 6579963"/>
              <a:gd name="connsiteX7" fmla="*/ 4433860 w 10676609"/>
              <a:gd name="connsiteY7" fmla="*/ 6361962 h 6579963"/>
              <a:gd name="connsiteX8" fmla="*/ 3961111 w 10676609"/>
              <a:gd name="connsiteY8" fmla="*/ 6345453 h 6579963"/>
              <a:gd name="connsiteX9" fmla="*/ 3243371 w 10676609"/>
              <a:gd name="connsiteY9" fmla="*/ 6320389 h 6579963"/>
              <a:gd name="connsiteX10" fmla="*/ 2413091 w 10676609"/>
              <a:gd name="connsiteY10" fmla="*/ 6291395 h 6579963"/>
              <a:gd name="connsiteX11" fmla="*/ 2393153 w 10676609"/>
              <a:gd name="connsiteY11" fmla="*/ 6292495 h 6579963"/>
              <a:gd name="connsiteX12" fmla="*/ 2315359 w 10676609"/>
              <a:gd name="connsiteY12" fmla="*/ 6300887 h 6579963"/>
              <a:gd name="connsiteX13" fmla="*/ 2298610 w 10676609"/>
              <a:gd name="connsiteY13" fmla="*/ 6306534 h 6579963"/>
              <a:gd name="connsiteX14" fmla="*/ 2279502 w 10676609"/>
              <a:gd name="connsiteY14" fmla="*/ 6300544 h 6579963"/>
              <a:gd name="connsiteX15" fmla="*/ 2273946 w 10676609"/>
              <a:gd name="connsiteY15" fmla="*/ 6295128 h 6579963"/>
              <a:gd name="connsiteX16" fmla="*/ 2212011 w 10676609"/>
              <a:gd name="connsiteY16" fmla="*/ 6303334 h 6579963"/>
              <a:gd name="connsiteX17" fmla="*/ 2204555 w 10676609"/>
              <a:gd name="connsiteY17" fmla="*/ 6303364 h 6579963"/>
              <a:gd name="connsiteX18" fmla="*/ 2153280 w 10676609"/>
              <a:gd name="connsiteY18" fmla="*/ 6300107 h 6579963"/>
              <a:gd name="connsiteX19" fmla="*/ 2077202 w 10676609"/>
              <a:gd name="connsiteY19" fmla="*/ 6289875 h 6579963"/>
              <a:gd name="connsiteX20" fmla="*/ 2053051 w 10676609"/>
              <a:gd name="connsiteY20" fmla="*/ 6278822 h 6579963"/>
              <a:gd name="connsiteX21" fmla="*/ 1767172 w 10676609"/>
              <a:gd name="connsiteY21" fmla="*/ 6268839 h 6579963"/>
              <a:gd name="connsiteX22" fmla="*/ 1759312 w 10676609"/>
              <a:gd name="connsiteY22" fmla="*/ 6270144 h 6579963"/>
              <a:gd name="connsiteX23" fmla="*/ 1754014 w 10676609"/>
              <a:gd name="connsiteY23" fmla="*/ 6281083 h 6579963"/>
              <a:gd name="connsiteX24" fmla="*/ 1727672 w 10676609"/>
              <a:gd name="connsiteY24" fmla="*/ 6276451 h 6579963"/>
              <a:gd name="connsiteX25" fmla="*/ 1723074 w 10676609"/>
              <a:gd name="connsiteY25" fmla="*/ 6275419 h 6579963"/>
              <a:gd name="connsiteX26" fmla="*/ 1705818 w 10676609"/>
              <a:gd name="connsiteY26" fmla="*/ 6276363 h 6579963"/>
              <a:gd name="connsiteX27" fmla="*/ 1699540 w 10676609"/>
              <a:gd name="connsiteY27" fmla="*/ 6270286 h 6579963"/>
              <a:gd name="connsiteX28" fmla="*/ 1641180 w 10676609"/>
              <a:gd name="connsiteY28" fmla="*/ 6270668 h 6579963"/>
              <a:gd name="connsiteX29" fmla="*/ 1529577 w 10676609"/>
              <a:gd name="connsiteY29" fmla="*/ 6282433 h 6579963"/>
              <a:gd name="connsiteX30" fmla="*/ 1512241 w 10676609"/>
              <a:gd name="connsiteY30" fmla="*/ 6288237 h 6579963"/>
              <a:gd name="connsiteX31" fmla="*/ 1398645 w 10676609"/>
              <a:gd name="connsiteY31" fmla="*/ 6294505 h 6579963"/>
              <a:gd name="connsiteX32" fmla="*/ 1320850 w 10676609"/>
              <a:gd name="connsiteY32" fmla="*/ 6302897 h 6579963"/>
              <a:gd name="connsiteX33" fmla="*/ 1304102 w 10676609"/>
              <a:gd name="connsiteY33" fmla="*/ 6308544 h 6579963"/>
              <a:gd name="connsiteX34" fmla="*/ 1284994 w 10676609"/>
              <a:gd name="connsiteY34" fmla="*/ 6302554 h 6579963"/>
              <a:gd name="connsiteX35" fmla="*/ 1279437 w 10676609"/>
              <a:gd name="connsiteY35" fmla="*/ 6297138 h 6579963"/>
              <a:gd name="connsiteX36" fmla="*/ 1217503 w 10676609"/>
              <a:gd name="connsiteY36" fmla="*/ 6305344 h 6579963"/>
              <a:gd name="connsiteX37" fmla="*/ 1210047 w 10676609"/>
              <a:gd name="connsiteY37" fmla="*/ 6305374 h 6579963"/>
              <a:gd name="connsiteX38" fmla="*/ 1158773 w 10676609"/>
              <a:gd name="connsiteY38" fmla="*/ 6302117 h 6579963"/>
              <a:gd name="connsiteX39" fmla="*/ 1082696 w 10676609"/>
              <a:gd name="connsiteY39" fmla="*/ 6291886 h 6579963"/>
              <a:gd name="connsiteX40" fmla="*/ 1004085 w 10676609"/>
              <a:gd name="connsiteY40" fmla="*/ 6271573 h 6579963"/>
              <a:gd name="connsiteX41" fmla="*/ 958596 w 10676609"/>
              <a:gd name="connsiteY41" fmla="*/ 6262852 h 6579963"/>
              <a:gd name="connsiteX42" fmla="*/ 927064 w 10676609"/>
              <a:gd name="connsiteY42" fmla="*/ 6253548 h 6579963"/>
              <a:gd name="connsiteX43" fmla="*/ 838375 w 10676609"/>
              <a:gd name="connsiteY43" fmla="*/ 6245778 h 6579963"/>
              <a:gd name="connsiteX44" fmla="*/ 687847 w 10676609"/>
              <a:gd name="connsiteY44" fmla="*/ 6239552 h 6579963"/>
              <a:gd name="connsiteX45" fmla="*/ 651350 w 10676609"/>
              <a:gd name="connsiteY45" fmla="*/ 6234065 h 6579963"/>
              <a:gd name="connsiteX46" fmla="*/ 636156 w 10676609"/>
              <a:gd name="connsiteY46" fmla="*/ 6229343 h 6579963"/>
              <a:gd name="connsiteX47" fmla="*/ 36669 w 10676609"/>
              <a:gd name="connsiteY47" fmla="*/ 6208408 h 6579963"/>
              <a:gd name="connsiteX48" fmla="*/ 36751 w 10676609"/>
              <a:gd name="connsiteY48" fmla="*/ 6206084 h 6579963"/>
              <a:gd name="connsiteX49" fmla="*/ 10322 w 10676609"/>
              <a:gd name="connsiteY49" fmla="*/ 6193998 h 6579963"/>
              <a:gd name="connsiteX50" fmla="*/ 20 w 10676609"/>
              <a:gd name="connsiteY50" fmla="*/ 6166561 h 6579963"/>
              <a:gd name="connsiteX51" fmla="*/ 87963 w 10676609"/>
              <a:gd name="connsiteY51" fmla="*/ 3640822 h 6579963"/>
              <a:gd name="connsiteX0" fmla="*/ 87963 w 10676609"/>
              <a:gd name="connsiteY0" fmla="*/ 0 h 2939141"/>
              <a:gd name="connsiteX1" fmla="*/ 10676609 w 10676609"/>
              <a:gd name="connsiteY1" fmla="*/ 0 h 2939141"/>
              <a:gd name="connsiteX2" fmla="*/ 10676609 w 10676609"/>
              <a:gd name="connsiteY2" fmla="*/ 2939141 h 2939141"/>
              <a:gd name="connsiteX3" fmla="*/ 7355965 w 10676609"/>
              <a:gd name="connsiteY3" fmla="*/ 2823182 h 2939141"/>
              <a:gd name="connsiteX4" fmla="*/ 4702793 w 10676609"/>
              <a:gd name="connsiteY4" fmla="*/ 2730531 h 2939141"/>
              <a:gd name="connsiteX5" fmla="*/ 4701193 w 10676609"/>
              <a:gd name="connsiteY5" fmla="*/ 2730740 h 2939141"/>
              <a:gd name="connsiteX6" fmla="*/ 4471632 w 10676609"/>
              <a:gd name="connsiteY6" fmla="*/ 2722638 h 2939141"/>
              <a:gd name="connsiteX7" fmla="*/ 4433860 w 10676609"/>
              <a:gd name="connsiteY7" fmla="*/ 2721140 h 2939141"/>
              <a:gd name="connsiteX8" fmla="*/ 3961111 w 10676609"/>
              <a:gd name="connsiteY8" fmla="*/ 2704631 h 2939141"/>
              <a:gd name="connsiteX9" fmla="*/ 3243371 w 10676609"/>
              <a:gd name="connsiteY9" fmla="*/ 2679567 h 2939141"/>
              <a:gd name="connsiteX10" fmla="*/ 2413091 w 10676609"/>
              <a:gd name="connsiteY10" fmla="*/ 2650573 h 2939141"/>
              <a:gd name="connsiteX11" fmla="*/ 2393153 w 10676609"/>
              <a:gd name="connsiteY11" fmla="*/ 2651673 h 2939141"/>
              <a:gd name="connsiteX12" fmla="*/ 2315359 w 10676609"/>
              <a:gd name="connsiteY12" fmla="*/ 2660065 h 2939141"/>
              <a:gd name="connsiteX13" fmla="*/ 2298610 w 10676609"/>
              <a:gd name="connsiteY13" fmla="*/ 2665712 h 2939141"/>
              <a:gd name="connsiteX14" fmla="*/ 2279502 w 10676609"/>
              <a:gd name="connsiteY14" fmla="*/ 2659722 h 2939141"/>
              <a:gd name="connsiteX15" fmla="*/ 2273946 w 10676609"/>
              <a:gd name="connsiteY15" fmla="*/ 2654306 h 2939141"/>
              <a:gd name="connsiteX16" fmla="*/ 2212011 w 10676609"/>
              <a:gd name="connsiteY16" fmla="*/ 2662512 h 2939141"/>
              <a:gd name="connsiteX17" fmla="*/ 2204555 w 10676609"/>
              <a:gd name="connsiteY17" fmla="*/ 2662542 h 2939141"/>
              <a:gd name="connsiteX18" fmla="*/ 2153280 w 10676609"/>
              <a:gd name="connsiteY18" fmla="*/ 2659285 h 2939141"/>
              <a:gd name="connsiteX19" fmla="*/ 2077202 w 10676609"/>
              <a:gd name="connsiteY19" fmla="*/ 2649053 h 2939141"/>
              <a:gd name="connsiteX20" fmla="*/ 2053051 w 10676609"/>
              <a:gd name="connsiteY20" fmla="*/ 2638000 h 2939141"/>
              <a:gd name="connsiteX21" fmla="*/ 1767172 w 10676609"/>
              <a:gd name="connsiteY21" fmla="*/ 2628017 h 2939141"/>
              <a:gd name="connsiteX22" fmla="*/ 1759312 w 10676609"/>
              <a:gd name="connsiteY22" fmla="*/ 2629322 h 2939141"/>
              <a:gd name="connsiteX23" fmla="*/ 1754014 w 10676609"/>
              <a:gd name="connsiteY23" fmla="*/ 2640261 h 2939141"/>
              <a:gd name="connsiteX24" fmla="*/ 1727672 w 10676609"/>
              <a:gd name="connsiteY24" fmla="*/ 2635629 h 2939141"/>
              <a:gd name="connsiteX25" fmla="*/ 1723074 w 10676609"/>
              <a:gd name="connsiteY25" fmla="*/ 2634597 h 2939141"/>
              <a:gd name="connsiteX26" fmla="*/ 1705818 w 10676609"/>
              <a:gd name="connsiteY26" fmla="*/ 2635541 h 2939141"/>
              <a:gd name="connsiteX27" fmla="*/ 1699540 w 10676609"/>
              <a:gd name="connsiteY27" fmla="*/ 2629464 h 2939141"/>
              <a:gd name="connsiteX28" fmla="*/ 1641180 w 10676609"/>
              <a:gd name="connsiteY28" fmla="*/ 2629846 h 2939141"/>
              <a:gd name="connsiteX29" fmla="*/ 1529577 w 10676609"/>
              <a:gd name="connsiteY29" fmla="*/ 2641611 h 2939141"/>
              <a:gd name="connsiteX30" fmla="*/ 1512241 w 10676609"/>
              <a:gd name="connsiteY30" fmla="*/ 2647415 h 2939141"/>
              <a:gd name="connsiteX31" fmla="*/ 1398645 w 10676609"/>
              <a:gd name="connsiteY31" fmla="*/ 2653683 h 2939141"/>
              <a:gd name="connsiteX32" fmla="*/ 1320850 w 10676609"/>
              <a:gd name="connsiteY32" fmla="*/ 2662075 h 2939141"/>
              <a:gd name="connsiteX33" fmla="*/ 1304102 w 10676609"/>
              <a:gd name="connsiteY33" fmla="*/ 2667722 h 2939141"/>
              <a:gd name="connsiteX34" fmla="*/ 1284994 w 10676609"/>
              <a:gd name="connsiteY34" fmla="*/ 2661732 h 2939141"/>
              <a:gd name="connsiteX35" fmla="*/ 1279437 w 10676609"/>
              <a:gd name="connsiteY35" fmla="*/ 2656316 h 2939141"/>
              <a:gd name="connsiteX36" fmla="*/ 1217503 w 10676609"/>
              <a:gd name="connsiteY36" fmla="*/ 2664522 h 2939141"/>
              <a:gd name="connsiteX37" fmla="*/ 1210047 w 10676609"/>
              <a:gd name="connsiteY37" fmla="*/ 2664552 h 2939141"/>
              <a:gd name="connsiteX38" fmla="*/ 1158773 w 10676609"/>
              <a:gd name="connsiteY38" fmla="*/ 2661295 h 2939141"/>
              <a:gd name="connsiteX39" fmla="*/ 1082696 w 10676609"/>
              <a:gd name="connsiteY39" fmla="*/ 2651064 h 2939141"/>
              <a:gd name="connsiteX40" fmla="*/ 1004085 w 10676609"/>
              <a:gd name="connsiteY40" fmla="*/ 2630751 h 2939141"/>
              <a:gd name="connsiteX41" fmla="*/ 958596 w 10676609"/>
              <a:gd name="connsiteY41" fmla="*/ 2622030 h 2939141"/>
              <a:gd name="connsiteX42" fmla="*/ 927064 w 10676609"/>
              <a:gd name="connsiteY42" fmla="*/ 2612726 h 2939141"/>
              <a:gd name="connsiteX43" fmla="*/ 838375 w 10676609"/>
              <a:gd name="connsiteY43" fmla="*/ 2604956 h 2939141"/>
              <a:gd name="connsiteX44" fmla="*/ 687847 w 10676609"/>
              <a:gd name="connsiteY44" fmla="*/ 2598730 h 2939141"/>
              <a:gd name="connsiteX45" fmla="*/ 651350 w 10676609"/>
              <a:gd name="connsiteY45" fmla="*/ 2593243 h 2939141"/>
              <a:gd name="connsiteX46" fmla="*/ 636156 w 10676609"/>
              <a:gd name="connsiteY46" fmla="*/ 2588521 h 2939141"/>
              <a:gd name="connsiteX47" fmla="*/ 36669 w 10676609"/>
              <a:gd name="connsiteY47" fmla="*/ 2567586 h 2939141"/>
              <a:gd name="connsiteX48" fmla="*/ 36751 w 10676609"/>
              <a:gd name="connsiteY48" fmla="*/ 2565262 h 2939141"/>
              <a:gd name="connsiteX49" fmla="*/ 10322 w 10676609"/>
              <a:gd name="connsiteY49" fmla="*/ 2553176 h 2939141"/>
              <a:gd name="connsiteX50" fmla="*/ 20 w 10676609"/>
              <a:gd name="connsiteY50" fmla="*/ 2525739 h 2939141"/>
              <a:gd name="connsiteX51" fmla="*/ 87963 w 10676609"/>
              <a:gd name="connsiteY51" fmla="*/ 0 h 2939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676609" h="2939141">
                <a:moveTo>
                  <a:pt x="87963" y="0"/>
                </a:moveTo>
                <a:lnTo>
                  <a:pt x="10676609" y="0"/>
                </a:lnTo>
                <a:lnTo>
                  <a:pt x="10676609" y="2939141"/>
                </a:lnTo>
                <a:lnTo>
                  <a:pt x="7355965" y="2823182"/>
                </a:lnTo>
                <a:lnTo>
                  <a:pt x="4702793" y="2730531"/>
                </a:lnTo>
                <a:lnTo>
                  <a:pt x="4701193" y="2730740"/>
                </a:lnTo>
                <a:cubicBezTo>
                  <a:pt x="4637874" y="2735311"/>
                  <a:pt x="4462969" y="2730576"/>
                  <a:pt x="4471632" y="2722638"/>
                </a:cubicBezTo>
                <a:lnTo>
                  <a:pt x="4433860" y="2721140"/>
                </a:lnTo>
                <a:lnTo>
                  <a:pt x="3961111" y="2704631"/>
                </a:lnTo>
                <a:lnTo>
                  <a:pt x="3243371" y="2679567"/>
                </a:lnTo>
                <a:lnTo>
                  <a:pt x="2413091" y="2650573"/>
                </a:lnTo>
                <a:lnTo>
                  <a:pt x="2393153" y="2651673"/>
                </a:lnTo>
                <a:lnTo>
                  <a:pt x="2315359" y="2660065"/>
                </a:lnTo>
                <a:lnTo>
                  <a:pt x="2298610" y="2665712"/>
                </a:lnTo>
                <a:lnTo>
                  <a:pt x="2279502" y="2659722"/>
                </a:lnTo>
                <a:cubicBezTo>
                  <a:pt x="2277185" y="2658073"/>
                  <a:pt x="2275314" y="2656246"/>
                  <a:pt x="2273946" y="2654306"/>
                </a:cubicBezTo>
                <a:lnTo>
                  <a:pt x="2212011" y="2662512"/>
                </a:lnTo>
                <a:lnTo>
                  <a:pt x="2204555" y="2662542"/>
                </a:lnTo>
                <a:lnTo>
                  <a:pt x="2153280" y="2659285"/>
                </a:lnTo>
                <a:lnTo>
                  <a:pt x="2077202" y="2649053"/>
                </a:lnTo>
                <a:lnTo>
                  <a:pt x="2053051" y="2638000"/>
                </a:lnTo>
                <a:lnTo>
                  <a:pt x="1767172" y="2628017"/>
                </a:lnTo>
                <a:lnTo>
                  <a:pt x="1759312" y="2629322"/>
                </a:lnTo>
                <a:cubicBezTo>
                  <a:pt x="1755430" y="2631319"/>
                  <a:pt x="1753269" y="2634705"/>
                  <a:pt x="1754014" y="2640261"/>
                </a:cubicBezTo>
                <a:cubicBezTo>
                  <a:pt x="1745152" y="2639398"/>
                  <a:pt x="1736443" y="2637629"/>
                  <a:pt x="1727672" y="2635629"/>
                </a:cubicBezTo>
                <a:lnTo>
                  <a:pt x="1723074" y="2634597"/>
                </a:lnTo>
                <a:lnTo>
                  <a:pt x="1705818" y="2635541"/>
                </a:lnTo>
                <a:lnTo>
                  <a:pt x="1699540" y="2629464"/>
                </a:lnTo>
                <a:lnTo>
                  <a:pt x="1641180" y="2629846"/>
                </a:lnTo>
                <a:cubicBezTo>
                  <a:pt x="1615726" y="2644878"/>
                  <a:pt x="1568879" y="2635947"/>
                  <a:pt x="1529577" y="2641611"/>
                </a:cubicBezTo>
                <a:lnTo>
                  <a:pt x="1512241" y="2647415"/>
                </a:lnTo>
                <a:lnTo>
                  <a:pt x="1398645" y="2653683"/>
                </a:lnTo>
                <a:lnTo>
                  <a:pt x="1320850" y="2662075"/>
                </a:lnTo>
                <a:lnTo>
                  <a:pt x="1304102" y="2667722"/>
                </a:lnTo>
                <a:lnTo>
                  <a:pt x="1284994" y="2661732"/>
                </a:lnTo>
                <a:cubicBezTo>
                  <a:pt x="1282677" y="2660084"/>
                  <a:pt x="1280806" y="2658258"/>
                  <a:pt x="1279437" y="2656316"/>
                </a:cubicBezTo>
                <a:lnTo>
                  <a:pt x="1217503" y="2664522"/>
                </a:lnTo>
                <a:lnTo>
                  <a:pt x="1210047" y="2664552"/>
                </a:lnTo>
                <a:lnTo>
                  <a:pt x="1158773" y="2661295"/>
                </a:lnTo>
                <a:lnTo>
                  <a:pt x="1082696" y="2651064"/>
                </a:lnTo>
                <a:cubicBezTo>
                  <a:pt x="1057647" y="2644332"/>
                  <a:pt x="1035683" y="2619598"/>
                  <a:pt x="1004085" y="2630751"/>
                </a:cubicBezTo>
                <a:cubicBezTo>
                  <a:pt x="1011464" y="2617440"/>
                  <a:pt x="966909" y="2633769"/>
                  <a:pt x="958596" y="2622030"/>
                </a:cubicBezTo>
                <a:cubicBezTo>
                  <a:pt x="953809" y="2612340"/>
                  <a:pt x="939178" y="2615036"/>
                  <a:pt x="927064" y="2612726"/>
                </a:cubicBezTo>
                <a:cubicBezTo>
                  <a:pt x="916738" y="2603493"/>
                  <a:pt x="857832" y="2601079"/>
                  <a:pt x="838375" y="2604956"/>
                </a:cubicBezTo>
                <a:cubicBezTo>
                  <a:pt x="784875" y="2621897"/>
                  <a:pt x="730856" y="2586243"/>
                  <a:pt x="687847" y="2598730"/>
                </a:cubicBezTo>
                <a:cubicBezTo>
                  <a:pt x="670764" y="2597288"/>
                  <a:pt x="659513" y="2595275"/>
                  <a:pt x="651350" y="2593243"/>
                </a:cubicBezTo>
                <a:lnTo>
                  <a:pt x="636156" y="2588521"/>
                </a:lnTo>
                <a:lnTo>
                  <a:pt x="36669" y="2567586"/>
                </a:lnTo>
                <a:cubicBezTo>
                  <a:pt x="36696" y="2566811"/>
                  <a:pt x="36724" y="2566037"/>
                  <a:pt x="36751" y="2565262"/>
                </a:cubicBezTo>
                <a:lnTo>
                  <a:pt x="10322" y="2553176"/>
                </a:lnTo>
                <a:cubicBezTo>
                  <a:pt x="3639" y="2546009"/>
                  <a:pt x="-318" y="2536302"/>
                  <a:pt x="20" y="2525739"/>
                </a:cubicBezTo>
                <a:lnTo>
                  <a:pt x="87963" y="0"/>
                </a:lnTo>
                <a:close/>
              </a:path>
            </a:pathLst>
          </a:custGeom>
          <a:gradFill>
            <a:gsLst>
              <a:gs pos="0">
                <a:srgbClr val="000000">
                  <a:alpha val="42745"/>
                </a:srgbClr>
              </a:gs>
              <a:gs pos="35000">
                <a:srgbClr val="000000">
                  <a:alpha val="0"/>
                </a:srgbClr>
              </a:gs>
              <a:gs pos="20000">
                <a:srgbClr val="000000">
                  <a:alpha val="2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3993C7A-6B34-B8BA-1417-ACBCEAA4F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2" y="5501801"/>
            <a:ext cx="7830046" cy="539257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FFFF"/>
                </a:solidFill>
              </a:rPr>
              <a:t>411086034</a:t>
            </a:r>
            <a:r>
              <a:rPr lang="zh-TW" altLang="en-US" dirty="0">
                <a:solidFill>
                  <a:srgbClr val="FFFFFF"/>
                </a:solidFill>
              </a:rPr>
              <a:t> 羅廣翔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CB90F5-0D49-C845-4128-F688477B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z="1600" smtClean="0"/>
              <a:t>1</a:t>
            </a:fld>
            <a:endParaRPr lang="en-US" sz="16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3B6821-23EC-697F-FE49-E5A64F0C2C34}"/>
              </a:ext>
            </a:extLst>
          </p:cNvPr>
          <p:cNvSpPr txBox="1"/>
          <p:nvPr/>
        </p:nvSpPr>
        <p:spPr>
          <a:xfrm>
            <a:off x="685802" y="4152367"/>
            <a:ext cx="9012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tx1"/>
                </a:solidFill>
              </a:rPr>
              <a:t>多媒體 </a:t>
            </a:r>
            <a:r>
              <a:rPr lang="en-US" altLang="zh-TW" sz="3600" dirty="0">
                <a:solidFill>
                  <a:schemeClr val="tx1"/>
                </a:solidFill>
              </a:rPr>
              <a:t>Final Project:</a:t>
            </a:r>
            <a:br>
              <a:rPr lang="en-US" altLang="zh-TW" sz="3600" dirty="0">
                <a:solidFill>
                  <a:schemeClr val="tx1"/>
                </a:solidFill>
              </a:rPr>
            </a:br>
            <a:r>
              <a:rPr lang="zh-TW" altLang="en-US" sz="3600" dirty="0">
                <a:solidFill>
                  <a:schemeClr val="tx1"/>
                </a:solidFill>
              </a:rPr>
              <a:t>土製</a:t>
            </a:r>
            <a:r>
              <a:rPr lang="en-US" altLang="zh-TW" sz="3600" dirty="0">
                <a:solidFill>
                  <a:schemeClr val="tx1"/>
                </a:solidFill>
              </a:rPr>
              <a:t>JPEG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8510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6471630-34CD-450E-B333-E69794864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E1D602E-9706-47F7-A6A5-BA10295C8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3630" y="4300355"/>
            <a:ext cx="9288370" cy="2557645"/>
          </a:xfrm>
          <a:custGeom>
            <a:avLst/>
            <a:gdLst>
              <a:gd name="connsiteX0" fmla="*/ 9288370 w 9288370"/>
              <a:gd name="connsiteY0" fmla="*/ 0 h 1858154"/>
              <a:gd name="connsiteX1" fmla="*/ 9288370 w 9288370"/>
              <a:gd name="connsiteY1" fmla="*/ 1858154 h 1858154"/>
              <a:gd name="connsiteX2" fmla="*/ 0 w 9288370"/>
              <a:gd name="connsiteY2" fmla="*/ 1858154 h 1858154"/>
              <a:gd name="connsiteX3" fmla="*/ 55380 w 9288370"/>
              <a:gd name="connsiteY3" fmla="*/ 1834080 h 1858154"/>
              <a:gd name="connsiteX4" fmla="*/ 106098 w 9288370"/>
              <a:gd name="connsiteY4" fmla="*/ 1820983 h 1858154"/>
              <a:gd name="connsiteX5" fmla="*/ 370723 w 9288370"/>
              <a:gd name="connsiteY5" fmla="*/ 1745922 h 1858154"/>
              <a:gd name="connsiteX6" fmla="*/ 461604 w 9288370"/>
              <a:gd name="connsiteY6" fmla="*/ 1706043 h 1858154"/>
              <a:gd name="connsiteX7" fmla="*/ 671860 w 9288370"/>
              <a:gd name="connsiteY7" fmla="*/ 1696181 h 1858154"/>
              <a:gd name="connsiteX8" fmla="*/ 859506 w 9288370"/>
              <a:gd name="connsiteY8" fmla="*/ 1649683 h 1858154"/>
              <a:gd name="connsiteX9" fmla="*/ 1056432 w 9288370"/>
              <a:gd name="connsiteY9" fmla="*/ 1598895 h 1858154"/>
              <a:gd name="connsiteX10" fmla="*/ 1336276 w 9288370"/>
              <a:gd name="connsiteY10" fmla="*/ 1448852 h 1858154"/>
              <a:gd name="connsiteX11" fmla="*/ 1700002 w 9288370"/>
              <a:gd name="connsiteY11" fmla="*/ 1327025 h 1858154"/>
              <a:gd name="connsiteX12" fmla="*/ 1925247 w 9288370"/>
              <a:gd name="connsiteY12" fmla="*/ 1264472 h 1858154"/>
              <a:gd name="connsiteX13" fmla="*/ 2056727 w 9288370"/>
              <a:gd name="connsiteY13" fmla="*/ 1217376 h 1858154"/>
              <a:gd name="connsiteX14" fmla="*/ 2281913 w 9288370"/>
              <a:gd name="connsiteY14" fmla="*/ 1158396 h 1858154"/>
              <a:gd name="connsiteX15" fmla="*/ 2402058 w 9288370"/>
              <a:gd name="connsiteY15" fmla="*/ 1076277 h 1858154"/>
              <a:gd name="connsiteX16" fmla="*/ 2522221 w 9288370"/>
              <a:gd name="connsiteY16" fmla="*/ 1012022 h 1858154"/>
              <a:gd name="connsiteX17" fmla="*/ 2689698 w 9288370"/>
              <a:gd name="connsiteY17" fmla="*/ 956092 h 1858154"/>
              <a:gd name="connsiteX18" fmla="*/ 3001703 w 9288370"/>
              <a:gd name="connsiteY18" fmla="*/ 892073 h 1858154"/>
              <a:gd name="connsiteX19" fmla="*/ 3045184 w 9288370"/>
              <a:gd name="connsiteY19" fmla="*/ 879041 h 1858154"/>
              <a:gd name="connsiteX20" fmla="*/ 2625728 w 9288370"/>
              <a:gd name="connsiteY20" fmla="*/ 879041 h 1858154"/>
              <a:gd name="connsiteX21" fmla="*/ 2625728 w 9288370"/>
              <a:gd name="connsiteY21" fmla="*/ 234941 h 1858154"/>
              <a:gd name="connsiteX22" fmla="*/ 8522890 w 9288370"/>
              <a:gd name="connsiteY22" fmla="*/ 234941 h 1858154"/>
              <a:gd name="connsiteX23" fmla="*/ 8522890 w 9288370"/>
              <a:gd name="connsiteY23" fmla="*/ 304639 h 1858154"/>
              <a:gd name="connsiteX24" fmla="*/ 8582666 w 9288370"/>
              <a:gd name="connsiteY24" fmla="*/ 291389 h 1858154"/>
              <a:gd name="connsiteX25" fmla="*/ 8917944 w 9288370"/>
              <a:gd name="connsiteY25" fmla="*/ 155189 h 1858154"/>
              <a:gd name="connsiteX26" fmla="*/ 9287321 w 9288370"/>
              <a:gd name="connsiteY26" fmla="*/ 245 h 1858154"/>
              <a:gd name="connsiteX0" fmla="*/ 9288370 w 9288370"/>
              <a:gd name="connsiteY0" fmla="*/ 0 h 1858154"/>
              <a:gd name="connsiteX1" fmla="*/ 9288370 w 9288370"/>
              <a:gd name="connsiteY1" fmla="*/ 1858154 h 1858154"/>
              <a:gd name="connsiteX2" fmla="*/ 0 w 9288370"/>
              <a:gd name="connsiteY2" fmla="*/ 1858154 h 1858154"/>
              <a:gd name="connsiteX3" fmla="*/ 55380 w 9288370"/>
              <a:gd name="connsiteY3" fmla="*/ 1834080 h 1858154"/>
              <a:gd name="connsiteX4" fmla="*/ 106098 w 9288370"/>
              <a:gd name="connsiteY4" fmla="*/ 1820983 h 1858154"/>
              <a:gd name="connsiteX5" fmla="*/ 370723 w 9288370"/>
              <a:gd name="connsiteY5" fmla="*/ 1745922 h 1858154"/>
              <a:gd name="connsiteX6" fmla="*/ 461604 w 9288370"/>
              <a:gd name="connsiteY6" fmla="*/ 1706043 h 1858154"/>
              <a:gd name="connsiteX7" fmla="*/ 671860 w 9288370"/>
              <a:gd name="connsiteY7" fmla="*/ 1696181 h 1858154"/>
              <a:gd name="connsiteX8" fmla="*/ 859506 w 9288370"/>
              <a:gd name="connsiteY8" fmla="*/ 1649683 h 1858154"/>
              <a:gd name="connsiteX9" fmla="*/ 1056432 w 9288370"/>
              <a:gd name="connsiteY9" fmla="*/ 1598895 h 1858154"/>
              <a:gd name="connsiteX10" fmla="*/ 1336276 w 9288370"/>
              <a:gd name="connsiteY10" fmla="*/ 1448852 h 1858154"/>
              <a:gd name="connsiteX11" fmla="*/ 1700002 w 9288370"/>
              <a:gd name="connsiteY11" fmla="*/ 1327025 h 1858154"/>
              <a:gd name="connsiteX12" fmla="*/ 1925247 w 9288370"/>
              <a:gd name="connsiteY12" fmla="*/ 1264472 h 1858154"/>
              <a:gd name="connsiteX13" fmla="*/ 2056727 w 9288370"/>
              <a:gd name="connsiteY13" fmla="*/ 1217376 h 1858154"/>
              <a:gd name="connsiteX14" fmla="*/ 2281913 w 9288370"/>
              <a:gd name="connsiteY14" fmla="*/ 1158396 h 1858154"/>
              <a:gd name="connsiteX15" fmla="*/ 2402058 w 9288370"/>
              <a:gd name="connsiteY15" fmla="*/ 1076277 h 1858154"/>
              <a:gd name="connsiteX16" fmla="*/ 2522221 w 9288370"/>
              <a:gd name="connsiteY16" fmla="*/ 1012022 h 1858154"/>
              <a:gd name="connsiteX17" fmla="*/ 2689698 w 9288370"/>
              <a:gd name="connsiteY17" fmla="*/ 956092 h 1858154"/>
              <a:gd name="connsiteX18" fmla="*/ 3001703 w 9288370"/>
              <a:gd name="connsiteY18" fmla="*/ 892073 h 1858154"/>
              <a:gd name="connsiteX19" fmla="*/ 3045184 w 9288370"/>
              <a:gd name="connsiteY19" fmla="*/ 879041 h 1858154"/>
              <a:gd name="connsiteX20" fmla="*/ 2625728 w 9288370"/>
              <a:gd name="connsiteY20" fmla="*/ 879041 h 1858154"/>
              <a:gd name="connsiteX21" fmla="*/ 8522890 w 9288370"/>
              <a:gd name="connsiteY21" fmla="*/ 234941 h 1858154"/>
              <a:gd name="connsiteX22" fmla="*/ 8522890 w 9288370"/>
              <a:gd name="connsiteY22" fmla="*/ 304639 h 1858154"/>
              <a:gd name="connsiteX23" fmla="*/ 8582666 w 9288370"/>
              <a:gd name="connsiteY23" fmla="*/ 291389 h 1858154"/>
              <a:gd name="connsiteX24" fmla="*/ 8917944 w 9288370"/>
              <a:gd name="connsiteY24" fmla="*/ 155189 h 1858154"/>
              <a:gd name="connsiteX25" fmla="*/ 9287321 w 9288370"/>
              <a:gd name="connsiteY25" fmla="*/ 245 h 1858154"/>
              <a:gd name="connsiteX26" fmla="*/ 9288370 w 9288370"/>
              <a:gd name="connsiteY26" fmla="*/ 0 h 1858154"/>
              <a:gd name="connsiteX0" fmla="*/ 9288370 w 9288370"/>
              <a:gd name="connsiteY0" fmla="*/ 0 h 1858154"/>
              <a:gd name="connsiteX1" fmla="*/ 9288370 w 9288370"/>
              <a:gd name="connsiteY1" fmla="*/ 1858154 h 1858154"/>
              <a:gd name="connsiteX2" fmla="*/ 0 w 9288370"/>
              <a:gd name="connsiteY2" fmla="*/ 1858154 h 1858154"/>
              <a:gd name="connsiteX3" fmla="*/ 55380 w 9288370"/>
              <a:gd name="connsiteY3" fmla="*/ 1834080 h 1858154"/>
              <a:gd name="connsiteX4" fmla="*/ 106098 w 9288370"/>
              <a:gd name="connsiteY4" fmla="*/ 1820983 h 1858154"/>
              <a:gd name="connsiteX5" fmla="*/ 370723 w 9288370"/>
              <a:gd name="connsiteY5" fmla="*/ 1745922 h 1858154"/>
              <a:gd name="connsiteX6" fmla="*/ 461604 w 9288370"/>
              <a:gd name="connsiteY6" fmla="*/ 1706043 h 1858154"/>
              <a:gd name="connsiteX7" fmla="*/ 671860 w 9288370"/>
              <a:gd name="connsiteY7" fmla="*/ 1696181 h 1858154"/>
              <a:gd name="connsiteX8" fmla="*/ 859506 w 9288370"/>
              <a:gd name="connsiteY8" fmla="*/ 1649683 h 1858154"/>
              <a:gd name="connsiteX9" fmla="*/ 1056432 w 9288370"/>
              <a:gd name="connsiteY9" fmla="*/ 1598895 h 1858154"/>
              <a:gd name="connsiteX10" fmla="*/ 1336276 w 9288370"/>
              <a:gd name="connsiteY10" fmla="*/ 1448852 h 1858154"/>
              <a:gd name="connsiteX11" fmla="*/ 1700002 w 9288370"/>
              <a:gd name="connsiteY11" fmla="*/ 1327025 h 1858154"/>
              <a:gd name="connsiteX12" fmla="*/ 1925247 w 9288370"/>
              <a:gd name="connsiteY12" fmla="*/ 1264472 h 1858154"/>
              <a:gd name="connsiteX13" fmla="*/ 2056727 w 9288370"/>
              <a:gd name="connsiteY13" fmla="*/ 1217376 h 1858154"/>
              <a:gd name="connsiteX14" fmla="*/ 2281913 w 9288370"/>
              <a:gd name="connsiteY14" fmla="*/ 1158396 h 1858154"/>
              <a:gd name="connsiteX15" fmla="*/ 2402058 w 9288370"/>
              <a:gd name="connsiteY15" fmla="*/ 1076277 h 1858154"/>
              <a:gd name="connsiteX16" fmla="*/ 2522221 w 9288370"/>
              <a:gd name="connsiteY16" fmla="*/ 1012022 h 1858154"/>
              <a:gd name="connsiteX17" fmla="*/ 2689698 w 9288370"/>
              <a:gd name="connsiteY17" fmla="*/ 956092 h 1858154"/>
              <a:gd name="connsiteX18" fmla="*/ 3001703 w 9288370"/>
              <a:gd name="connsiteY18" fmla="*/ 892073 h 1858154"/>
              <a:gd name="connsiteX19" fmla="*/ 3045184 w 9288370"/>
              <a:gd name="connsiteY19" fmla="*/ 879041 h 1858154"/>
              <a:gd name="connsiteX20" fmla="*/ 4209051 w 9288370"/>
              <a:gd name="connsiteY20" fmla="*/ 744029 h 1858154"/>
              <a:gd name="connsiteX21" fmla="*/ 8522890 w 9288370"/>
              <a:gd name="connsiteY21" fmla="*/ 234941 h 1858154"/>
              <a:gd name="connsiteX22" fmla="*/ 8522890 w 9288370"/>
              <a:gd name="connsiteY22" fmla="*/ 304639 h 1858154"/>
              <a:gd name="connsiteX23" fmla="*/ 8582666 w 9288370"/>
              <a:gd name="connsiteY23" fmla="*/ 291389 h 1858154"/>
              <a:gd name="connsiteX24" fmla="*/ 8917944 w 9288370"/>
              <a:gd name="connsiteY24" fmla="*/ 155189 h 1858154"/>
              <a:gd name="connsiteX25" fmla="*/ 9287321 w 9288370"/>
              <a:gd name="connsiteY25" fmla="*/ 245 h 1858154"/>
              <a:gd name="connsiteX26" fmla="*/ 9288370 w 9288370"/>
              <a:gd name="connsiteY26" fmla="*/ 0 h 1858154"/>
              <a:gd name="connsiteX0" fmla="*/ 9288370 w 9288370"/>
              <a:gd name="connsiteY0" fmla="*/ 0 h 1858154"/>
              <a:gd name="connsiteX1" fmla="*/ 9288370 w 9288370"/>
              <a:gd name="connsiteY1" fmla="*/ 1858154 h 1858154"/>
              <a:gd name="connsiteX2" fmla="*/ 0 w 9288370"/>
              <a:gd name="connsiteY2" fmla="*/ 1858154 h 1858154"/>
              <a:gd name="connsiteX3" fmla="*/ 55380 w 9288370"/>
              <a:gd name="connsiteY3" fmla="*/ 1834080 h 1858154"/>
              <a:gd name="connsiteX4" fmla="*/ 106098 w 9288370"/>
              <a:gd name="connsiteY4" fmla="*/ 1820983 h 1858154"/>
              <a:gd name="connsiteX5" fmla="*/ 370723 w 9288370"/>
              <a:gd name="connsiteY5" fmla="*/ 1745922 h 1858154"/>
              <a:gd name="connsiteX6" fmla="*/ 461604 w 9288370"/>
              <a:gd name="connsiteY6" fmla="*/ 1706043 h 1858154"/>
              <a:gd name="connsiteX7" fmla="*/ 671860 w 9288370"/>
              <a:gd name="connsiteY7" fmla="*/ 1696181 h 1858154"/>
              <a:gd name="connsiteX8" fmla="*/ 859506 w 9288370"/>
              <a:gd name="connsiteY8" fmla="*/ 1649683 h 1858154"/>
              <a:gd name="connsiteX9" fmla="*/ 1056432 w 9288370"/>
              <a:gd name="connsiteY9" fmla="*/ 1598895 h 1858154"/>
              <a:gd name="connsiteX10" fmla="*/ 1336276 w 9288370"/>
              <a:gd name="connsiteY10" fmla="*/ 1448852 h 1858154"/>
              <a:gd name="connsiteX11" fmla="*/ 1700002 w 9288370"/>
              <a:gd name="connsiteY11" fmla="*/ 1327025 h 1858154"/>
              <a:gd name="connsiteX12" fmla="*/ 1925247 w 9288370"/>
              <a:gd name="connsiteY12" fmla="*/ 1264472 h 1858154"/>
              <a:gd name="connsiteX13" fmla="*/ 2056727 w 9288370"/>
              <a:gd name="connsiteY13" fmla="*/ 1217376 h 1858154"/>
              <a:gd name="connsiteX14" fmla="*/ 2281913 w 9288370"/>
              <a:gd name="connsiteY14" fmla="*/ 1158396 h 1858154"/>
              <a:gd name="connsiteX15" fmla="*/ 2402058 w 9288370"/>
              <a:gd name="connsiteY15" fmla="*/ 1076277 h 1858154"/>
              <a:gd name="connsiteX16" fmla="*/ 2522221 w 9288370"/>
              <a:gd name="connsiteY16" fmla="*/ 1012022 h 1858154"/>
              <a:gd name="connsiteX17" fmla="*/ 2689698 w 9288370"/>
              <a:gd name="connsiteY17" fmla="*/ 956092 h 1858154"/>
              <a:gd name="connsiteX18" fmla="*/ 3001703 w 9288370"/>
              <a:gd name="connsiteY18" fmla="*/ 892073 h 1858154"/>
              <a:gd name="connsiteX19" fmla="*/ 3045184 w 9288370"/>
              <a:gd name="connsiteY19" fmla="*/ 879041 h 1858154"/>
              <a:gd name="connsiteX20" fmla="*/ 4209051 w 9288370"/>
              <a:gd name="connsiteY20" fmla="*/ 744029 h 1858154"/>
              <a:gd name="connsiteX21" fmla="*/ 8522890 w 9288370"/>
              <a:gd name="connsiteY21" fmla="*/ 234941 h 1858154"/>
              <a:gd name="connsiteX22" fmla="*/ 8522890 w 9288370"/>
              <a:gd name="connsiteY22" fmla="*/ 304639 h 1858154"/>
              <a:gd name="connsiteX23" fmla="*/ 7367558 w 9288370"/>
              <a:gd name="connsiteY23" fmla="*/ 414127 h 1858154"/>
              <a:gd name="connsiteX24" fmla="*/ 8917944 w 9288370"/>
              <a:gd name="connsiteY24" fmla="*/ 155189 h 1858154"/>
              <a:gd name="connsiteX25" fmla="*/ 9287321 w 9288370"/>
              <a:gd name="connsiteY25" fmla="*/ 245 h 1858154"/>
              <a:gd name="connsiteX26" fmla="*/ 9288370 w 9288370"/>
              <a:gd name="connsiteY26" fmla="*/ 0 h 1858154"/>
              <a:gd name="connsiteX0" fmla="*/ 9288370 w 9288370"/>
              <a:gd name="connsiteY0" fmla="*/ 0 h 1858154"/>
              <a:gd name="connsiteX1" fmla="*/ 9288370 w 9288370"/>
              <a:gd name="connsiteY1" fmla="*/ 1858154 h 1858154"/>
              <a:gd name="connsiteX2" fmla="*/ 0 w 9288370"/>
              <a:gd name="connsiteY2" fmla="*/ 1858154 h 1858154"/>
              <a:gd name="connsiteX3" fmla="*/ 55380 w 9288370"/>
              <a:gd name="connsiteY3" fmla="*/ 1834080 h 1858154"/>
              <a:gd name="connsiteX4" fmla="*/ 106098 w 9288370"/>
              <a:gd name="connsiteY4" fmla="*/ 1820983 h 1858154"/>
              <a:gd name="connsiteX5" fmla="*/ 370723 w 9288370"/>
              <a:gd name="connsiteY5" fmla="*/ 1745922 h 1858154"/>
              <a:gd name="connsiteX6" fmla="*/ 461604 w 9288370"/>
              <a:gd name="connsiteY6" fmla="*/ 1706043 h 1858154"/>
              <a:gd name="connsiteX7" fmla="*/ 671860 w 9288370"/>
              <a:gd name="connsiteY7" fmla="*/ 1696181 h 1858154"/>
              <a:gd name="connsiteX8" fmla="*/ 859506 w 9288370"/>
              <a:gd name="connsiteY8" fmla="*/ 1649683 h 1858154"/>
              <a:gd name="connsiteX9" fmla="*/ 1056432 w 9288370"/>
              <a:gd name="connsiteY9" fmla="*/ 1598895 h 1858154"/>
              <a:gd name="connsiteX10" fmla="*/ 1336276 w 9288370"/>
              <a:gd name="connsiteY10" fmla="*/ 1448852 h 1858154"/>
              <a:gd name="connsiteX11" fmla="*/ 1700002 w 9288370"/>
              <a:gd name="connsiteY11" fmla="*/ 1327025 h 1858154"/>
              <a:gd name="connsiteX12" fmla="*/ 1925247 w 9288370"/>
              <a:gd name="connsiteY12" fmla="*/ 1264472 h 1858154"/>
              <a:gd name="connsiteX13" fmla="*/ 2056727 w 9288370"/>
              <a:gd name="connsiteY13" fmla="*/ 1217376 h 1858154"/>
              <a:gd name="connsiteX14" fmla="*/ 2281913 w 9288370"/>
              <a:gd name="connsiteY14" fmla="*/ 1158396 h 1858154"/>
              <a:gd name="connsiteX15" fmla="*/ 2402058 w 9288370"/>
              <a:gd name="connsiteY15" fmla="*/ 1076277 h 1858154"/>
              <a:gd name="connsiteX16" fmla="*/ 2522221 w 9288370"/>
              <a:gd name="connsiteY16" fmla="*/ 1012022 h 1858154"/>
              <a:gd name="connsiteX17" fmla="*/ 2689698 w 9288370"/>
              <a:gd name="connsiteY17" fmla="*/ 956092 h 1858154"/>
              <a:gd name="connsiteX18" fmla="*/ 3001703 w 9288370"/>
              <a:gd name="connsiteY18" fmla="*/ 892073 h 1858154"/>
              <a:gd name="connsiteX19" fmla="*/ 3045184 w 9288370"/>
              <a:gd name="connsiteY19" fmla="*/ 879041 h 1858154"/>
              <a:gd name="connsiteX20" fmla="*/ 4209051 w 9288370"/>
              <a:gd name="connsiteY20" fmla="*/ 744029 h 1858154"/>
              <a:gd name="connsiteX21" fmla="*/ 8522890 w 9288370"/>
              <a:gd name="connsiteY21" fmla="*/ 234941 h 1858154"/>
              <a:gd name="connsiteX22" fmla="*/ 8081033 w 9288370"/>
              <a:gd name="connsiteY22" fmla="*/ 341461 h 1858154"/>
              <a:gd name="connsiteX23" fmla="*/ 7367558 w 9288370"/>
              <a:gd name="connsiteY23" fmla="*/ 414127 h 1858154"/>
              <a:gd name="connsiteX24" fmla="*/ 8917944 w 9288370"/>
              <a:gd name="connsiteY24" fmla="*/ 155189 h 1858154"/>
              <a:gd name="connsiteX25" fmla="*/ 9287321 w 9288370"/>
              <a:gd name="connsiteY25" fmla="*/ 245 h 1858154"/>
              <a:gd name="connsiteX26" fmla="*/ 9288370 w 9288370"/>
              <a:gd name="connsiteY26" fmla="*/ 0 h 1858154"/>
              <a:gd name="connsiteX0" fmla="*/ 9288370 w 9288370"/>
              <a:gd name="connsiteY0" fmla="*/ 72080 h 1930234"/>
              <a:gd name="connsiteX1" fmla="*/ 9288370 w 9288370"/>
              <a:gd name="connsiteY1" fmla="*/ 1930234 h 1930234"/>
              <a:gd name="connsiteX2" fmla="*/ 0 w 9288370"/>
              <a:gd name="connsiteY2" fmla="*/ 1930234 h 1930234"/>
              <a:gd name="connsiteX3" fmla="*/ 55380 w 9288370"/>
              <a:gd name="connsiteY3" fmla="*/ 1906160 h 1930234"/>
              <a:gd name="connsiteX4" fmla="*/ 106098 w 9288370"/>
              <a:gd name="connsiteY4" fmla="*/ 1893063 h 1930234"/>
              <a:gd name="connsiteX5" fmla="*/ 370723 w 9288370"/>
              <a:gd name="connsiteY5" fmla="*/ 1818002 h 1930234"/>
              <a:gd name="connsiteX6" fmla="*/ 461604 w 9288370"/>
              <a:gd name="connsiteY6" fmla="*/ 1778123 h 1930234"/>
              <a:gd name="connsiteX7" fmla="*/ 671860 w 9288370"/>
              <a:gd name="connsiteY7" fmla="*/ 1768261 h 1930234"/>
              <a:gd name="connsiteX8" fmla="*/ 859506 w 9288370"/>
              <a:gd name="connsiteY8" fmla="*/ 1721763 h 1930234"/>
              <a:gd name="connsiteX9" fmla="*/ 1056432 w 9288370"/>
              <a:gd name="connsiteY9" fmla="*/ 1670975 h 1930234"/>
              <a:gd name="connsiteX10" fmla="*/ 1336276 w 9288370"/>
              <a:gd name="connsiteY10" fmla="*/ 1520932 h 1930234"/>
              <a:gd name="connsiteX11" fmla="*/ 1700002 w 9288370"/>
              <a:gd name="connsiteY11" fmla="*/ 1399105 h 1930234"/>
              <a:gd name="connsiteX12" fmla="*/ 1925247 w 9288370"/>
              <a:gd name="connsiteY12" fmla="*/ 1336552 h 1930234"/>
              <a:gd name="connsiteX13" fmla="*/ 2056727 w 9288370"/>
              <a:gd name="connsiteY13" fmla="*/ 1289456 h 1930234"/>
              <a:gd name="connsiteX14" fmla="*/ 2281913 w 9288370"/>
              <a:gd name="connsiteY14" fmla="*/ 1230476 h 1930234"/>
              <a:gd name="connsiteX15" fmla="*/ 2402058 w 9288370"/>
              <a:gd name="connsiteY15" fmla="*/ 1148357 h 1930234"/>
              <a:gd name="connsiteX16" fmla="*/ 2522221 w 9288370"/>
              <a:gd name="connsiteY16" fmla="*/ 1084102 h 1930234"/>
              <a:gd name="connsiteX17" fmla="*/ 2689698 w 9288370"/>
              <a:gd name="connsiteY17" fmla="*/ 1028172 h 1930234"/>
              <a:gd name="connsiteX18" fmla="*/ 3001703 w 9288370"/>
              <a:gd name="connsiteY18" fmla="*/ 964153 h 1930234"/>
              <a:gd name="connsiteX19" fmla="*/ 3045184 w 9288370"/>
              <a:gd name="connsiteY19" fmla="*/ 951121 h 1930234"/>
              <a:gd name="connsiteX20" fmla="*/ 4209051 w 9288370"/>
              <a:gd name="connsiteY20" fmla="*/ 816109 h 1930234"/>
              <a:gd name="connsiteX21" fmla="*/ 8522890 w 9288370"/>
              <a:gd name="connsiteY21" fmla="*/ 307021 h 1930234"/>
              <a:gd name="connsiteX22" fmla="*/ 8081033 w 9288370"/>
              <a:gd name="connsiteY22" fmla="*/ 413541 h 1930234"/>
              <a:gd name="connsiteX23" fmla="*/ 8361738 w 9288370"/>
              <a:gd name="connsiteY23" fmla="*/ 7528 h 1930234"/>
              <a:gd name="connsiteX24" fmla="*/ 8917944 w 9288370"/>
              <a:gd name="connsiteY24" fmla="*/ 227269 h 1930234"/>
              <a:gd name="connsiteX25" fmla="*/ 9287321 w 9288370"/>
              <a:gd name="connsiteY25" fmla="*/ 72325 h 1930234"/>
              <a:gd name="connsiteX26" fmla="*/ 9288370 w 9288370"/>
              <a:gd name="connsiteY26" fmla="*/ 72080 h 1930234"/>
              <a:gd name="connsiteX0" fmla="*/ 9288370 w 9288370"/>
              <a:gd name="connsiteY0" fmla="*/ 72080 h 1930234"/>
              <a:gd name="connsiteX1" fmla="*/ 9288370 w 9288370"/>
              <a:gd name="connsiteY1" fmla="*/ 1930234 h 1930234"/>
              <a:gd name="connsiteX2" fmla="*/ 0 w 9288370"/>
              <a:gd name="connsiteY2" fmla="*/ 1930234 h 1930234"/>
              <a:gd name="connsiteX3" fmla="*/ 55380 w 9288370"/>
              <a:gd name="connsiteY3" fmla="*/ 1906160 h 1930234"/>
              <a:gd name="connsiteX4" fmla="*/ 106098 w 9288370"/>
              <a:gd name="connsiteY4" fmla="*/ 1893063 h 1930234"/>
              <a:gd name="connsiteX5" fmla="*/ 370723 w 9288370"/>
              <a:gd name="connsiteY5" fmla="*/ 1818002 h 1930234"/>
              <a:gd name="connsiteX6" fmla="*/ 461604 w 9288370"/>
              <a:gd name="connsiteY6" fmla="*/ 1778123 h 1930234"/>
              <a:gd name="connsiteX7" fmla="*/ 671860 w 9288370"/>
              <a:gd name="connsiteY7" fmla="*/ 1768261 h 1930234"/>
              <a:gd name="connsiteX8" fmla="*/ 859506 w 9288370"/>
              <a:gd name="connsiteY8" fmla="*/ 1721763 h 1930234"/>
              <a:gd name="connsiteX9" fmla="*/ 1056432 w 9288370"/>
              <a:gd name="connsiteY9" fmla="*/ 1670975 h 1930234"/>
              <a:gd name="connsiteX10" fmla="*/ 1336276 w 9288370"/>
              <a:gd name="connsiteY10" fmla="*/ 1520932 h 1930234"/>
              <a:gd name="connsiteX11" fmla="*/ 1700002 w 9288370"/>
              <a:gd name="connsiteY11" fmla="*/ 1399105 h 1930234"/>
              <a:gd name="connsiteX12" fmla="*/ 1925247 w 9288370"/>
              <a:gd name="connsiteY12" fmla="*/ 1336552 h 1930234"/>
              <a:gd name="connsiteX13" fmla="*/ 2056727 w 9288370"/>
              <a:gd name="connsiteY13" fmla="*/ 1289456 h 1930234"/>
              <a:gd name="connsiteX14" fmla="*/ 2281913 w 9288370"/>
              <a:gd name="connsiteY14" fmla="*/ 1230476 h 1930234"/>
              <a:gd name="connsiteX15" fmla="*/ 2402058 w 9288370"/>
              <a:gd name="connsiteY15" fmla="*/ 1148357 h 1930234"/>
              <a:gd name="connsiteX16" fmla="*/ 2522221 w 9288370"/>
              <a:gd name="connsiteY16" fmla="*/ 1084102 h 1930234"/>
              <a:gd name="connsiteX17" fmla="*/ 2689698 w 9288370"/>
              <a:gd name="connsiteY17" fmla="*/ 1028172 h 1930234"/>
              <a:gd name="connsiteX18" fmla="*/ 3001703 w 9288370"/>
              <a:gd name="connsiteY18" fmla="*/ 964153 h 1930234"/>
              <a:gd name="connsiteX19" fmla="*/ 3045184 w 9288370"/>
              <a:gd name="connsiteY19" fmla="*/ 951121 h 1930234"/>
              <a:gd name="connsiteX20" fmla="*/ 4209051 w 9288370"/>
              <a:gd name="connsiteY20" fmla="*/ 816109 h 1930234"/>
              <a:gd name="connsiteX21" fmla="*/ 8522890 w 9288370"/>
              <a:gd name="connsiteY21" fmla="*/ 307021 h 1930234"/>
              <a:gd name="connsiteX22" fmla="*/ 8301962 w 9288370"/>
              <a:gd name="connsiteY22" fmla="*/ 118969 h 1930234"/>
              <a:gd name="connsiteX23" fmla="*/ 8361738 w 9288370"/>
              <a:gd name="connsiteY23" fmla="*/ 7528 h 1930234"/>
              <a:gd name="connsiteX24" fmla="*/ 8917944 w 9288370"/>
              <a:gd name="connsiteY24" fmla="*/ 227269 h 1930234"/>
              <a:gd name="connsiteX25" fmla="*/ 9287321 w 9288370"/>
              <a:gd name="connsiteY25" fmla="*/ 72325 h 1930234"/>
              <a:gd name="connsiteX26" fmla="*/ 9288370 w 9288370"/>
              <a:gd name="connsiteY26" fmla="*/ 72080 h 1930234"/>
              <a:gd name="connsiteX0" fmla="*/ 9288370 w 9288370"/>
              <a:gd name="connsiteY0" fmla="*/ 72080 h 1930234"/>
              <a:gd name="connsiteX1" fmla="*/ 9288370 w 9288370"/>
              <a:gd name="connsiteY1" fmla="*/ 1930234 h 1930234"/>
              <a:gd name="connsiteX2" fmla="*/ 0 w 9288370"/>
              <a:gd name="connsiteY2" fmla="*/ 1930234 h 1930234"/>
              <a:gd name="connsiteX3" fmla="*/ 55380 w 9288370"/>
              <a:gd name="connsiteY3" fmla="*/ 1906160 h 1930234"/>
              <a:gd name="connsiteX4" fmla="*/ 106098 w 9288370"/>
              <a:gd name="connsiteY4" fmla="*/ 1893063 h 1930234"/>
              <a:gd name="connsiteX5" fmla="*/ 370723 w 9288370"/>
              <a:gd name="connsiteY5" fmla="*/ 1818002 h 1930234"/>
              <a:gd name="connsiteX6" fmla="*/ 461604 w 9288370"/>
              <a:gd name="connsiteY6" fmla="*/ 1778123 h 1930234"/>
              <a:gd name="connsiteX7" fmla="*/ 671860 w 9288370"/>
              <a:gd name="connsiteY7" fmla="*/ 1768261 h 1930234"/>
              <a:gd name="connsiteX8" fmla="*/ 859506 w 9288370"/>
              <a:gd name="connsiteY8" fmla="*/ 1721763 h 1930234"/>
              <a:gd name="connsiteX9" fmla="*/ 1056432 w 9288370"/>
              <a:gd name="connsiteY9" fmla="*/ 1670975 h 1930234"/>
              <a:gd name="connsiteX10" fmla="*/ 1336276 w 9288370"/>
              <a:gd name="connsiteY10" fmla="*/ 1520932 h 1930234"/>
              <a:gd name="connsiteX11" fmla="*/ 1700002 w 9288370"/>
              <a:gd name="connsiteY11" fmla="*/ 1399105 h 1930234"/>
              <a:gd name="connsiteX12" fmla="*/ 1925247 w 9288370"/>
              <a:gd name="connsiteY12" fmla="*/ 1336552 h 1930234"/>
              <a:gd name="connsiteX13" fmla="*/ 2056727 w 9288370"/>
              <a:gd name="connsiteY13" fmla="*/ 1289456 h 1930234"/>
              <a:gd name="connsiteX14" fmla="*/ 2281913 w 9288370"/>
              <a:gd name="connsiteY14" fmla="*/ 1230476 h 1930234"/>
              <a:gd name="connsiteX15" fmla="*/ 2402058 w 9288370"/>
              <a:gd name="connsiteY15" fmla="*/ 1148357 h 1930234"/>
              <a:gd name="connsiteX16" fmla="*/ 2522221 w 9288370"/>
              <a:gd name="connsiteY16" fmla="*/ 1084102 h 1930234"/>
              <a:gd name="connsiteX17" fmla="*/ 2689698 w 9288370"/>
              <a:gd name="connsiteY17" fmla="*/ 1028172 h 1930234"/>
              <a:gd name="connsiteX18" fmla="*/ 3001703 w 9288370"/>
              <a:gd name="connsiteY18" fmla="*/ 964153 h 1930234"/>
              <a:gd name="connsiteX19" fmla="*/ 3045184 w 9288370"/>
              <a:gd name="connsiteY19" fmla="*/ 951121 h 1930234"/>
              <a:gd name="connsiteX20" fmla="*/ 4209051 w 9288370"/>
              <a:gd name="connsiteY20" fmla="*/ 816109 h 1930234"/>
              <a:gd name="connsiteX21" fmla="*/ 7197317 w 9288370"/>
              <a:gd name="connsiteY21" fmla="*/ 380664 h 1930234"/>
              <a:gd name="connsiteX22" fmla="*/ 8301962 w 9288370"/>
              <a:gd name="connsiteY22" fmla="*/ 118969 h 1930234"/>
              <a:gd name="connsiteX23" fmla="*/ 8361738 w 9288370"/>
              <a:gd name="connsiteY23" fmla="*/ 7528 h 1930234"/>
              <a:gd name="connsiteX24" fmla="*/ 8917944 w 9288370"/>
              <a:gd name="connsiteY24" fmla="*/ 227269 h 1930234"/>
              <a:gd name="connsiteX25" fmla="*/ 9287321 w 9288370"/>
              <a:gd name="connsiteY25" fmla="*/ 72325 h 1930234"/>
              <a:gd name="connsiteX26" fmla="*/ 9288370 w 9288370"/>
              <a:gd name="connsiteY26" fmla="*/ 72080 h 1930234"/>
              <a:gd name="connsiteX0" fmla="*/ 9288370 w 9288370"/>
              <a:gd name="connsiteY0" fmla="*/ 72080 h 1930234"/>
              <a:gd name="connsiteX1" fmla="*/ 9288370 w 9288370"/>
              <a:gd name="connsiteY1" fmla="*/ 1930234 h 1930234"/>
              <a:gd name="connsiteX2" fmla="*/ 0 w 9288370"/>
              <a:gd name="connsiteY2" fmla="*/ 1930234 h 1930234"/>
              <a:gd name="connsiteX3" fmla="*/ 55380 w 9288370"/>
              <a:gd name="connsiteY3" fmla="*/ 1906160 h 1930234"/>
              <a:gd name="connsiteX4" fmla="*/ 106098 w 9288370"/>
              <a:gd name="connsiteY4" fmla="*/ 1893063 h 1930234"/>
              <a:gd name="connsiteX5" fmla="*/ 370723 w 9288370"/>
              <a:gd name="connsiteY5" fmla="*/ 1818002 h 1930234"/>
              <a:gd name="connsiteX6" fmla="*/ 461604 w 9288370"/>
              <a:gd name="connsiteY6" fmla="*/ 1778123 h 1930234"/>
              <a:gd name="connsiteX7" fmla="*/ 671860 w 9288370"/>
              <a:gd name="connsiteY7" fmla="*/ 1768261 h 1930234"/>
              <a:gd name="connsiteX8" fmla="*/ 859506 w 9288370"/>
              <a:gd name="connsiteY8" fmla="*/ 1721763 h 1930234"/>
              <a:gd name="connsiteX9" fmla="*/ 1056432 w 9288370"/>
              <a:gd name="connsiteY9" fmla="*/ 1670975 h 1930234"/>
              <a:gd name="connsiteX10" fmla="*/ 1336276 w 9288370"/>
              <a:gd name="connsiteY10" fmla="*/ 1520932 h 1930234"/>
              <a:gd name="connsiteX11" fmla="*/ 1700002 w 9288370"/>
              <a:gd name="connsiteY11" fmla="*/ 1399105 h 1930234"/>
              <a:gd name="connsiteX12" fmla="*/ 1925247 w 9288370"/>
              <a:gd name="connsiteY12" fmla="*/ 1336552 h 1930234"/>
              <a:gd name="connsiteX13" fmla="*/ 2056727 w 9288370"/>
              <a:gd name="connsiteY13" fmla="*/ 1289456 h 1930234"/>
              <a:gd name="connsiteX14" fmla="*/ 2281913 w 9288370"/>
              <a:gd name="connsiteY14" fmla="*/ 1230476 h 1930234"/>
              <a:gd name="connsiteX15" fmla="*/ 2402058 w 9288370"/>
              <a:gd name="connsiteY15" fmla="*/ 1148357 h 1930234"/>
              <a:gd name="connsiteX16" fmla="*/ 2522221 w 9288370"/>
              <a:gd name="connsiteY16" fmla="*/ 1084102 h 1930234"/>
              <a:gd name="connsiteX17" fmla="*/ 2689698 w 9288370"/>
              <a:gd name="connsiteY17" fmla="*/ 1028172 h 1930234"/>
              <a:gd name="connsiteX18" fmla="*/ 3001703 w 9288370"/>
              <a:gd name="connsiteY18" fmla="*/ 964153 h 1930234"/>
              <a:gd name="connsiteX19" fmla="*/ 3045184 w 9288370"/>
              <a:gd name="connsiteY19" fmla="*/ 951121 h 1930234"/>
              <a:gd name="connsiteX20" fmla="*/ 4209051 w 9288370"/>
              <a:gd name="connsiteY20" fmla="*/ 816109 h 1930234"/>
              <a:gd name="connsiteX21" fmla="*/ 7197317 w 9288370"/>
              <a:gd name="connsiteY21" fmla="*/ 380664 h 1930234"/>
              <a:gd name="connsiteX22" fmla="*/ 7995116 w 9288370"/>
              <a:gd name="connsiteY22" fmla="*/ 303076 h 1930234"/>
              <a:gd name="connsiteX23" fmla="*/ 8361738 w 9288370"/>
              <a:gd name="connsiteY23" fmla="*/ 7528 h 1930234"/>
              <a:gd name="connsiteX24" fmla="*/ 8917944 w 9288370"/>
              <a:gd name="connsiteY24" fmla="*/ 227269 h 1930234"/>
              <a:gd name="connsiteX25" fmla="*/ 9287321 w 9288370"/>
              <a:gd name="connsiteY25" fmla="*/ 72325 h 1930234"/>
              <a:gd name="connsiteX26" fmla="*/ 9288370 w 9288370"/>
              <a:gd name="connsiteY26" fmla="*/ 72080 h 1930234"/>
              <a:gd name="connsiteX0" fmla="*/ 9288370 w 9288370"/>
              <a:gd name="connsiteY0" fmla="*/ 0 h 1858154"/>
              <a:gd name="connsiteX1" fmla="*/ 9288370 w 9288370"/>
              <a:gd name="connsiteY1" fmla="*/ 1858154 h 1858154"/>
              <a:gd name="connsiteX2" fmla="*/ 0 w 9288370"/>
              <a:gd name="connsiteY2" fmla="*/ 1858154 h 1858154"/>
              <a:gd name="connsiteX3" fmla="*/ 55380 w 9288370"/>
              <a:gd name="connsiteY3" fmla="*/ 1834080 h 1858154"/>
              <a:gd name="connsiteX4" fmla="*/ 106098 w 9288370"/>
              <a:gd name="connsiteY4" fmla="*/ 1820983 h 1858154"/>
              <a:gd name="connsiteX5" fmla="*/ 370723 w 9288370"/>
              <a:gd name="connsiteY5" fmla="*/ 1745922 h 1858154"/>
              <a:gd name="connsiteX6" fmla="*/ 461604 w 9288370"/>
              <a:gd name="connsiteY6" fmla="*/ 1706043 h 1858154"/>
              <a:gd name="connsiteX7" fmla="*/ 671860 w 9288370"/>
              <a:gd name="connsiteY7" fmla="*/ 1696181 h 1858154"/>
              <a:gd name="connsiteX8" fmla="*/ 859506 w 9288370"/>
              <a:gd name="connsiteY8" fmla="*/ 1649683 h 1858154"/>
              <a:gd name="connsiteX9" fmla="*/ 1056432 w 9288370"/>
              <a:gd name="connsiteY9" fmla="*/ 1598895 h 1858154"/>
              <a:gd name="connsiteX10" fmla="*/ 1336276 w 9288370"/>
              <a:gd name="connsiteY10" fmla="*/ 1448852 h 1858154"/>
              <a:gd name="connsiteX11" fmla="*/ 1700002 w 9288370"/>
              <a:gd name="connsiteY11" fmla="*/ 1327025 h 1858154"/>
              <a:gd name="connsiteX12" fmla="*/ 1925247 w 9288370"/>
              <a:gd name="connsiteY12" fmla="*/ 1264472 h 1858154"/>
              <a:gd name="connsiteX13" fmla="*/ 2056727 w 9288370"/>
              <a:gd name="connsiteY13" fmla="*/ 1217376 h 1858154"/>
              <a:gd name="connsiteX14" fmla="*/ 2281913 w 9288370"/>
              <a:gd name="connsiteY14" fmla="*/ 1158396 h 1858154"/>
              <a:gd name="connsiteX15" fmla="*/ 2402058 w 9288370"/>
              <a:gd name="connsiteY15" fmla="*/ 1076277 h 1858154"/>
              <a:gd name="connsiteX16" fmla="*/ 2522221 w 9288370"/>
              <a:gd name="connsiteY16" fmla="*/ 1012022 h 1858154"/>
              <a:gd name="connsiteX17" fmla="*/ 2689698 w 9288370"/>
              <a:gd name="connsiteY17" fmla="*/ 956092 h 1858154"/>
              <a:gd name="connsiteX18" fmla="*/ 3001703 w 9288370"/>
              <a:gd name="connsiteY18" fmla="*/ 892073 h 1858154"/>
              <a:gd name="connsiteX19" fmla="*/ 3045184 w 9288370"/>
              <a:gd name="connsiteY19" fmla="*/ 879041 h 1858154"/>
              <a:gd name="connsiteX20" fmla="*/ 4209051 w 9288370"/>
              <a:gd name="connsiteY20" fmla="*/ 744029 h 1858154"/>
              <a:gd name="connsiteX21" fmla="*/ 7197317 w 9288370"/>
              <a:gd name="connsiteY21" fmla="*/ 308584 h 1858154"/>
              <a:gd name="connsiteX22" fmla="*/ 7995116 w 9288370"/>
              <a:gd name="connsiteY22" fmla="*/ 230996 h 1858154"/>
              <a:gd name="connsiteX23" fmla="*/ 8361738 w 9288370"/>
              <a:gd name="connsiteY23" fmla="*/ 266841 h 1858154"/>
              <a:gd name="connsiteX24" fmla="*/ 8917944 w 9288370"/>
              <a:gd name="connsiteY24" fmla="*/ 155189 h 1858154"/>
              <a:gd name="connsiteX25" fmla="*/ 9287321 w 9288370"/>
              <a:gd name="connsiteY25" fmla="*/ 245 h 1858154"/>
              <a:gd name="connsiteX26" fmla="*/ 9288370 w 9288370"/>
              <a:gd name="connsiteY26" fmla="*/ 0 h 1858154"/>
              <a:gd name="connsiteX0" fmla="*/ 9288370 w 9288370"/>
              <a:gd name="connsiteY0" fmla="*/ 15088 h 1873242"/>
              <a:gd name="connsiteX1" fmla="*/ 9288370 w 9288370"/>
              <a:gd name="connsiteY1" fmla="*/ 1873242 h 1873242"/>
              <a:gd name="connsiteX2" fmla="*/ 0 w 9288370"/>
              <a:gd name="connsiteY2" fmla="*/ 1873242 h 1873242"/>
              <a:gd name="connsiteX3" fmla="*/ 55380 w 9288370"/>
              <a:gd name="connsiteY3" fmla="*/ 1849168 h 1873242"/>
              <a:gd name="connsiteX4" fmla="*/ 106098 w 9288370"/>
              <a:gd name="connsiteY4" fmla="*/ 1836071 h 1873242"/>
              <a:gd name="connsiteX5" fmla="*/ 370723 w 9288370"/>
              <a:gd name="connsiteY5" fmla="*/ 1761010 h 1873242"/>
              <a:gd name="connsiteX6" fmla="*/ 461604 w 9288370"/>
              <a:gd name="connsiteY6" fmla="*/ 1721131 h 1873242"/>
              <a:gd name="connsiteX7" fmla="*/ 671860 w 9288370"/>
              <a:gd name="connsiteY7" fmla="*/ 1711269 h 1873242"/>
              <a:gd name="connsiteX8" fmla="*/ 859506 w 9288370"/>
              <a:gd name="connsiteY8" fmla="*/ 1664771 h 1873242"/>
              <a:gd name="connsiteX9" fmla="*/ 1056432 w 9288370"/>
              <a:gd name="connsiteY9" fmla="*/ 1613983 h 1873242"/>
              <a:gd name="connsiteX10" fmla="*/ 1336276 w 9288370"/>
              <a:gd name="connsiteY10" fmla="*/ 1463940 h 1873242"/>
              <a:gd name="connsiteX11" fmla="*/ 1700002 w 9288370"/>
              <a:gd name="connsiteY11" fmla="*/ 1342113 h 1873242"/>
              <a:gd name="connsiteX12" fmla="*/ 1925247 w 9288370"/>
              <a:gd name="connsiteY12" fmla="*/ 1279560 h 1873242"/>
              <a:gd name="connsiteX13" fmla="*/ 2056727 w 9288370"/>
              <a:gd name="connsiteY13" fmla="*/ 1232464 h 1873242"/>
              <a:gd name="connsiteX14" fmla="*/ 2281913 w 9288370"/>
              <a:gd name="connsiteY14" fmla="*/ 1173484 h 1873242"/>
              <a:gd name="connsiteX15" fmla="*/ 2402058 w 9288370"/>
              <a:gd name="connsiteY15" fmla="*/ 1091365 h 1873242"/>
              <a:gd name="connsiteX16" fmla="*/ 2522221 w 9288370"/>
              <a:gd name="connsiteY16" fmla="*/ 1027110 h 1873242"/>
              <a:gd name="connsiteX17" fmla="*/ 2689698 w 9288370"/>
              <a:gd name="connsiteY17" fmla="*/ 971180 h 1873242"/>
              <a:gd name="connsiteX18" fmla="*/ 3001703 w 9288370"/>
              <a:gd name="connsiteY18" fmla="*/ 907161 h 1873242"/>
              <a:gd name="connsiteX19" fmla="*/ 3045184 w 9288370"/>
              <a:gd name="connsiteY19" fmla="*/ 894129 h 1873242"/>
              <a:gd name="connsiteX20" fmla="*/ 4209051 w 9288370"/>
              <a:gd name="connsiteY20" fmla="*/ 759117 h 1873242"/>
              <a:gd name="connsiteX21" fmla="*/ 7197317 w 9288370"/>
              <a:gd name="connsiteY21" fmla="*/ 323672 h 1873242"/>
              <a:gd name="connsiteX22" fmla="*/ 7995116 w 9288370"/>
              <a:gd name="connsiteY22" fmla="*/ 246084 h 1873242"/>
              <a:gd name="connsiteX23" fmla="*/ 8361738 w 9288370"/>
              <a:gd name="connsiteY23" fmla="*/ 281929 h 1873242"/>
              <a:gd name="connsiteX24" fmla="*/ 8832027 w 9288370"/>
              <a:gd name="connsiteY24" fmla="*/ 47539 h 1873242"/>
              <a:gd name="connsiteX25" fmla="*/ 9287321 w 9288370"/>
              <a:gd name="connsiteY25" fmla="*/ 15333 h 1873242"/>
              <a:gd name="connsiteX26" fmla="*/ 9288370 w 9288370"/>
              <a:gd name="connsiteY26" fmla="*/ 15088 h 1873242"/>
              <a:gd name="connsiteX0" fmla="*/ 9288370 w 9288370"/>
              <a:gd name="connsiteY0" fmla="*/ 15088 h 1873242"/>
              <a:gd name="connsiteX1" fmla="*/ 9288370 w 9288370"/>
              <a:gd name="connsiteY1" fmla="*/ 1873242 h 1873242"/>
              <a:gd name="connsiteX2" fmla="*/ 0 w 9288370"/>
              <a:gd name="connsiteY2" fmla="*/ 1873242 h 1873242"/>
              <a:gd name="connsiteX3" fmla="*/ 55380 w 9288370"/>
              <a:gd name="connsiteY3" fmla="*/ 1849168 h 1873242"/>
              <a:gd name="connsiteX4" fmla="*/ 106098 w 9288370"/>
              <a:gd name="connsiteY4" fmla="*/ 1836071 h 1873242"/>
              <a:gd name="connsiteX5" fmla="*/ 370723 w 9288370"/>
              <a:gd name="connsiteY5" fmla="*/ 1761010 h 1873242"/>
              <a:gd name="connsiteX6" fmla="*/ 461604 w 9288370"/>
              <a:gd name="connsiteY6" fmla="*/ 1721131 h 1873242"/>
              <a:gd name="connsiteX7" fmla="*/ 671860 w 9288370"/>
              <a:gd name="connsiteY7" fmla="*/ 1711269 h 1873242"/>
              <a:gd name="connsiteX8" fmla="*/ 859506 w 9288370"/>
              <a:gd name="connsiteY8" fmla="*/ 1664771 h 1873242"/>
              <a:gd name="connsiteX9" fmla="*/ 1056432 w 9288370"/>
              <a:gd name="connsiteY9" fmla="*/ 1613983 h 1873242"/>
              <a:gd name="connsiteX10" fmla="*/ 1336276 w 9288370"/>
              <a:gd name="connsiteY10" fmla="*/ 1463940 h 1873242"/>
              <a:gd name="connsiteX11" fmla="*/ 1700002 w 9288370"/>
              <a:gd name="connsiteY11" fmla="*/ 1342113 h 1873242"/>
              <a:gd name="connsiteX12" fmla="*/ 1925247 w 9288370"/>
              <a:gd name="connsiteY12" fmla="*/ 1279560 h 1873242"/>
              <a:gd name="connsiteX13" fmla="*/ 2056727 w 9288370"/>
              <a:gd name="connsiteY13" fmla="*/ 1232464 h 1873242"/>
              <a:gd name="connsiteX14" fmla="*/ 2281913 w 9288370"/>
              <a:gd name="connsiteY14" fmla="*/ 1173484 h 1873242"/>
              <a:gd name="connsiteX15" fmla="*/ 2402058 w 9288370"/>
              <a:gd name="connsiteY15" fmla="*/ 1091365 h 1873242"/>
              <a:gd name="connsiteX16" fmla="*/ 2522221 w 9288370"/>
              <a:gd name="connsiteY16" fmla="*/ 1027110 h 1873242"/>
              <a:gd name="connsiteX17" fmla="*/ 2689698 w 9288370"/>
              <a:gd name="connsiteY17" fmla="*/ 971180 h 1873242"/>
              <a:gd name="connsiteX18" fmla="*/ 3001703 w 9288370"/>
              <a:gd name="connsiteY18" fmla="*/ 907161 h 1873242"/>
              <a:gd name="connsiteX19" fmla="*/ 3045184 w 9288370"/>
              <a:gd name="connsiteY19" fmla="*/ 894129 h 1873242"/>
              <a:gd name="connsiteX20" fmla="*/ 4209051 w 9288370"/>
              <a:gd name="connsiteY20" fmla="*/ 759117 h 1873242"/>
              <a:gd name="connsiteX21" fmla="*/ 7197317 w 9288370"/>
              <a:gd name="connsiteY21" fmla="*/ 323672 h 1873242"/>
              <a:gd name="connsiteX22" fmla="*/ 7995116 w 9288370"/>
              <a:gd name="connsiteY22" fmla="*/ 246084 h 1873242"/>
              <a:gd name="connsiteX23" fmla="*/ 8459929 w 9288370"/>
              <a:gd name="connsiteY23" fmla="*/ 159190 h 1873242"/>
              <a:gd name="connsiteX24" fmla="*/ 8832027 w 9288370"/>
              <a:gd name="connsiteY24" fmla="*/ 47539 h 1873242"/>
              <a:gd name="connsiteX25" fmla="*/ 9287321 w 9288370"/>
              <a:gd name="connsiteY25" fmla="*/ 15333 h 1873242"/>
              <a:gd name="connsiteX26" fmla="*/ 9288370 w 9288370"/>
              <a:gd name="connsiteY26" fmla="*/ 15088 h 1873242"/>
              <a:gd name="connsiteX0" fmla="*/ 9288370 w 9288370"/>
              <a:gd name="connsiteY0" fmla="*/ 52923 h 1911077"/>
              <a:gd name="connsiteX1" fmla="*/ 9288370 w 9288370"/>
              <a:gd name="connsiteY1" fmla="*/ 1911077 h 1911077"/>
              <a:gd name="connsiteX2" fmla="*/ 0 w 9288370"/>
              <a:gd name="connsiteY2" fmla="*/ 1911077 h 1911077"/>
              <a:gd name="connsiteX3" fmla="*/ 55380 w 9288370"/>
              <a:gd name="connsiteY3" fmla="*/ 1887003 h 1911077"/>
              <a:gd name="connsiteX4" fmla="*/ 106098 w 9288370"/>
              <a:gd name="connsiteY4" fmla="*/ 1873906 h 1911077"/>
              <a:gd name="connsiteX5" fmla="*/ 370723 w 9288370"/>
              <a:gd name="connsiteY5" fmla="*/ 1798845 h 1911077"/>
              <a:gd name="connsiteX6" fmla="*/ 461604 w 9288370"/>
              <a:gd name="connsiteY6" fmla="*/ 1758966 h 1911077"/>
              <a:gd name="connsiteX7" fmla="*/ 671860 w 9288370"/>
              <a:gd name="connsiteY7" fmla="*/ 1749104 h 1911077"/>
              <a:gd name="connsiteX8" fmla="*/ 859506 w 9288370"/>
              <a:gd name="connsiteY8" fmla="*/ 1702606 h 1911077"/>
              <a:gd name="connsiteX9" fmla="*/ 1056432 w 9288370"/>
              <a:gd name="connsiteY9" fmla="*/ 1651818 h 1911077"/>
              <a:gd name="connsiteX10" fmla="*/ 1336276 w 9288370"/>
              <a:gd name="connsiteY10" fmla="*/ 1501775 h 1911077"/>
              <a:gd name="connsiteX11" fmla="*/ 1700002 w 9288370"/>
              <a:gd name="connsiteY11" fmla="*/ 1379948 h 1911077"/>
              <a:gd name="connsiteX12" fmla="*/ 1925247 w 9288370"/>
              <a:gd name="connsiteY12" fmla="*/ 1317395 h 1911077"/>
              <a:gd name="connsiteX13" fmla="*/ 2056727 w 9288370"/>
              <a:gd name="connsiteY13" fmla="*/ 1270299 h 1911077"/>
              <a:gd name="connsiteX14" fmla="*/ 2281913 w 9288370"/>
              <a:gd name="connsiteY14" fmla="*/ 1211319 h 1911077"/>
              <a:gd name="connsiteX15" fmla="*/ 2402058 w 9288370"/>
              <a:gd name="connsiteY15" fmla="*/ 1129200 h 1911077"/>
              <a:gd name="connsiteX16" fmla="*/ 2522221 w 9288370"/>
              <a:gd name="connsiteY16" fmla="*/ 1064945 h 1911077"/>
              <a:gd name="connsiteX17" fmla="*/ 2689698 w 9288370"/>
              <a:gd name="connsiteY17" fmla="*/ 1009015 h 1911077"/>
              <a:gd name="connsiteX18" fmla="*/ 3001703 w 9288370"/>
              <a:gd name="connsiteY18" fmla="*/ 944996 h 1911077"/>
              <a:gd name="connsiteX19" fmla="*/ 3045184 w 9288370"/>
              <a:gd name="connsiteY19" fmla="*/ 931964 h 1911077"/>
              <a:gd name="connsiteX20" fmla="*/ 4209051 w 9288370"/>
              <a:gd name="connsiteY20" fmla="*/ 796952 h 1911077"/>
              <a:gd name="connsiteX21" fmla="*/ 7197317 w 9288370"/>
              <a:gd name="connsiteY21" fmla="*/ 361507 h 1911077"/>
              <a:gd name="connsiteX22" fmla="*/ 7995116 w 9288370"/>
              <a:gd name="connsiteY22" fmla="*/ 283919 h 1911077"/>
              <a:gd name="connsiteX23" fmla="*/ 8459929 w 9288370"/>
              <a:gd name="connsiteY23" fmla="*/ 197025 h 1911077"/>
              <a:gd name="connsiteX24" fmla="*/ 8930218 w 9288370"/>
              <a:gd name="connsiteY24" fmla="*/ 36279 h 1911077"/>
              <a:gd name="connsiteX25" fmla="*/ 9287321 w 9288370"/>
              <a:gd name="connsiteY25" fmla="*/ 53168 h 1911077"/>
              <a:gd name="connsiteX26" fmla="*/ 9288370 w 9288370"/>
              <a:gd name="connsiteY26" fmla="*/ 52923 h 1911077"/>
              <a:gd name="connsiteX0" fmla="*/ 9288370 w 9288370"/>
              <a:gd name="connsiteY0" fmla="*/ 52923 h 1911077"/>
              <a:gd name="connsiteX1" fmla="*/ 9288370 w 9288370"/>
              <a:gd name="connsiteY1" fmla="*/ 1911077 h 1911077"/>
              <a:gd name="connsiteX2" fmla="*/ 0 w 9288370"/>
              <a:gd name="connsiteY2" fmla="*/ 1911077 h 1911077"/>
              <a:gd name="connsiteX3" fmla="*/ 55380 w 9288370"/>
              <a:gd name="connsiteY3" fmla="*/ 1887003 h 1911077"/>
              <a:gd name="connsiteX4" fmla="*/ 106098 w 9288370"/>
              <a:gd name="connsiteY4" fmla="*/ 1873906 h 1911077"/>
              <a:gd name="connsiteX5" fmla="*/ 370723 w 9288370"/>
              <a:gd name="connsiteY5" fmla="*/ 1798845 h 1911077"/>
              <a:gd name="connsiteX6" fmla="*/ 461604 w 9288370"/>
              <a:gd name="connsiteY6" fmla="*/ 1758966 h 1911077"/>
              <a:gd name="connsiteX7" fmla="*/ 671860 w 9288370"/>
              <a:gd name="connsiteY7" fmla="*/ 1749104 h 1911077"/>
              <a:gd name="connsiteX8" fmla="*/ 859506 w 9288370"/>
              <a:gd name="connsiteY8" fmla="*/ 1702606 h 1911077"/>
              <a:gd name="connsiteX9" fmla="*/ 1056432 w 9288370"/>
              <a:gd name="connsiteY9" fmla="*/ 1651818 h 1911077"/>
              <a:gd name="connsiteX10" fmla="*/ 1336276 w 9288370"/>
              <a:gd name="connsiteY10" fmla="*/ 1501775 h 1911077"/>
              <a:gd name="connsiteX11" fmla="*/ 1700002 w 9288370"/>
              <a:gd name="connsiteY11" fmla="*/ 1379948 h 1911077"/>
              <a:gd name="connsiteX12" fmla="*/ 1925247 w 9288370"/>
              <a:gd name="connsiteY12" fmla="*/ 1317395 h 1911077"/>
              <a:gd name="connsiteX13" fmla="*/ 2056727 w 9288370"/>
              <a:gd name="connsiteY13" fmla="*/ 1270299 h 1911077"/>
              <a:gd name="connsiteX14" fmla="*/ 2281913 w 9288370"/>
              <a:gd name="connsiteY14" fmla="*/ 1211319 h 1911077"/>
              <a:gd name="connsiteX15" fmla="*/ 2402058 w 9288370"/>
              <a:gd name="connsiteY15" fmla="*/ 1129200 h 1911077"/>
              <a:gd name="connsiteX16" fmla="*/ 2522221 w 9288370"/>
              <a:gd name="connsiteY16" fmla="*/ 1064945 h 1911077"/>
              <a:gd name="connsiteX17" fmla="*/ 2689698 w 9288370"/>
              <a:gd name="connsiteY17" fmla="*/ 1009015 h 1911077"/>
              <a:gd name="connsiteX18" fmla="*/ 3001703 w 9288370"/>
              <a:gd name="connsiteY18" fmla="*/ 944996 h 1911077"/>
              <a:gd name="connsiteX19" fmla="*/ 3045184 w 9288370"/>
              <a:gd name="connsiteY19" fmla="*/ 931964 h 1911077"/>
              <a:gd name="connsiteX20" fmla="*/ 4209051 w 9288370"/>
              <a:gd name="connsiteY20" fmla="*/ 796952 h 1911077"/>
              <a:gd name="connsiteX21" fmla="*/ 7197317 w 9288370"/>
              <a:gd name="connsiteY21" fmla="*/ 361507 h 1911077"/>
              <a:gd name="connsiteX22" fmla="*/ 7995116 w 9288370"/>
              <a:gd name="connsiteY22" fmla="*/ 283919 h 1911077"/>
              <a:gd name="connsiteX23" fmla="*/ 8545846 w 9288370"/>
              <a:gd name="connsiteY23" fmla="*/ 172477 h 1911077"/>
              <a:gd name="connsiteX24" fmla="*/ 8930218 w 9288370"/>
              <a:gd name="connsiteY24" fmla="*/ 36279 h 1911077"/>
              <a:gd name="connsiteX25" fmla="*/ 9287321 w 9288370"/>
              <a:gd name="connsiteY25" fmla="*/ 53168 h 1911077"/>
              <a:gd name="connsiteX26" fmla="*/ 9288370 w 9288370"/>
              <a:gd name="connsiteY26" fmla="*/ 52923 h 1911077"/>
              <a:gd name="connsiteX0" fmla="*/ 9288370 w 9288370"/>
              <a:gd name="connsiteY0" fmla="*/ 52923 h 1911077"/>
              <a:gd name="connsiteX1" fmla="*/ 9288370 w 9288370"/>
              <a:gd name="connsiteY1" fmla="*/ 1911077 h 1911077"/>
              <a:gd name="connsiteX2" fmla="*/ 0 w 9288370"/>
              <a:gd name="connsiteY2" fmla="*/ 1911077 h 1911077"/>
              <a:gd name="connsiteX3" fmla="*/ 55380 w 9288370"/>
              <a:gd name="connsiteY3" fmla="*/ 1887003 h 1911077"/>
              <a:gd name="connsiteX4" fmla="*/ 106098 w 9288370"/>
              <a:gd name="connsiteY4" fmla="*/ 1873906 h 1911077"/>
              <a:gd name="connsiteX5" fmla="*/ 370723 w 9288370"/>
              <a:gd name="connsiteY5" fmla="*/ 1798845 h 1911077"/>
              <a:gd name="connsiteX6" fmla="*/ 461604 w 9288370"/>
              <a:gd name="connsiteY6" fmla="*/ 1758966 h 1911077"/>
              <a:gd name="connsiteX7" fmla="*/ 671860 w 9288370"/>
              <a:gd name="connsiteY7" fmla="*/ 1749104 h 1911077"/>
              <a:gd name="connsiteX8" fmla="*/ 859506 w 9288370"/>
              <a:gd name="connsiteY8" fmla="*/ 1702606 h 1911077"/>
              <a:gd name="connsiteX9" fmla="*/ 1056432 w 9288370"/>
              <a:gd name="connsiteY9" fmla="*/ 1651818 h 1911077"/>
              <a:gd name="connsiteX10" fmla="*/ 1336276 w 9288370"/>
              <a:gd name="connsiteY10" fmla="*/ 1501775 h 1911077"/>
              <a:gd name="connsiteX11" fmla="*/ 1700002 w 9288370"/>
              <a:gd name="connsiteY11" fmla="*/ 1379948 h 1911077"/>
              <a:gd name="connsiteX12" fmla="*/ 1925247 w 9288370"/>
              <a:gd name="connsiteY12" fmla="*/ 1317395 h 1911077"/>
              <a:gd name="connsiteX13" fmla="*/ 2056727 w 9288370"/>
              <a:gd name="connsiteY13" fmla="*/ 1270299 h 1911077"/>
              <a:gd name="connsiteX14" fmla="*/ 2281913 w 9288370"/>
              <a:gd name="connsiteY14" fmla="*/ 1211319 h 1911077"/>
              <a:gd name="connsiteX15" fmla="*/ 2402058 w 9288370"/>
              <a:gd name="connsiteY15" fmla="*/ 1129200 h 1911077"/>
              <a:gd name="connsiteX16" fmla="*/ 2522221 w 9288370"/>
              <a:gd name="connsiteY16" fmla="*/ 1064945 h 1911077"/>
              <a:gd name="connsiteX17" fmla="*/ 2689698 w 9288370"/>
              <a:gd name="connsiteY17" fmla="*/ 1009015 h 1911077"/>
              <a:gd name="connsiteX18" fmla="*/ 3001703 w 9288370"/>
              <a:gd name="connsiteY18" fmla="*/ 944996 h 1911077"/>
              <a:gd name="connsiteX19" fmla="*/ 3045184 w 9288370"/>
              <a:gd name="connsiteY19" fmla="*/ 931964 h 1911077"/>
              <a:gd name="connsiteX20" fmla="*/ 4209051 w 9288370"/>
              <a:gd name="connsiteY20" fmla="*/ 796952 h 1911077"/>
              <a:gd name="connsiteX21" fmla="*/ 7197317 w 9288370"/>
              <a:gd name="connsiteY21" fmla="*/ 361507 h 1911077"/>
              <a:gd name="connsiteX22" fmla="*/ 7995116 w 9288370"/>
              <a:gd name="connsiteY22" fmla="*/ 283919 h 1911077"/>
              <a:gd name="connsiteX23" fmla="*/ 8545846 w 9288370"/>
              <a:gd name="connsiteY23" fmla="*/ 172477 h 1911077"/>
              <a:gd name="connsiteX24" fmla="*/ 8930218 w 9288370"/>
              <a:gd name="connsiteY24" fmla="*/ 36279 h 1911077"/>
              <a:gd name="connsiteX25" fmla="*/ 9287321 w 9288370"/>
              <a:gd name="connsiteY25" fmla="*/ 53168 h 1911077"/>
              <a:gd name="connsiteX26" fmla="*/ 9288370 w 9288370"/>
              <a:gd name="connsiteY26" fmla="*/ 52923 h 1911077"/>
              <a:gd name="connsiteX0" fmla="*/ 9288370 w 9288370"/>
              <a:gd name="connsiteY0" fmla="*/ 52923 h 1911077"/>
              <a:gd name="connsiteX1" fmla="*/ 9288370 w 9288370"/>
              <a:gd name="connsiteY1" fmla="*/ 1911077 h 1911077"/>
              <a:gd name="connsiteX2" fmla="*/ 0 w 9288370"/>
              <a:gd name="connsiteY2" fmla="*/ 1911077 h 1911077"/>
              <a:gd name="connsiteX3" fmla="*/ 55380 w 9288370"/>
              <a:gd name="connsiteY3" fmla="*/ 1887003 h 1911077"/>
              <a:gd name="connsiteX4" fmla="*/ 106098 w 9288370"/>
              <a:gd name="connsiteY4" fmla="*/ 1873906 h 1911077"/>
              <a:gd name="connsiteX5" fmla="*/ 370723 w 9288370"/>
              <a:gd name="connsiteY5" fmla="*/ 1798845 h 1911077"/>
              <a:gd name="connsiteX6" fmla="*/ 461604 w 9288370"/>
              <a:gd name="connsiteY6" fmla="*/ 1758966 h 1911077"/>
              <a:gd name="connsiteX7" fmla="*/ 671860 w 9288370"/>
              <a:gd name="connsiteY7" fmla="*/ 1749104 h 1911077"/>
              <a:gd name="connsiteX8" fmla="*/ 859506 w 9288370"/>
              <a:gd name="connsiteY8" fmla="*/ 1702606 h 1911077"/>
              <a:gd name="connsiteX9" fmla="*/ 1056432 w 9288370"/>
              <a:gd name="connsiteY9" fmla="*/ 1651818 h 1911077"/>
              <a:gd name="connsiteX10" fmla="*/ 1336276 w 9288370"/>
              <a:gd name="connsiteY10" fmla="*/ 1501775 h 1911077"/>
              <a:gd name="connsiteX11" fmla="*/ 1700002 w 9288370"/>
              <a:gd name="connsiteY11" fmla="*/ 1379948 h 1911077"/>
              <a:gd name="connsiteX12" fmla="*/ 1925247 w 9288370"/>
              <a:gd name="connsiteY12" fmla="*/ 1317395 h 1911077"/>
              <a:gd name="connsiteX13" fmla="*/ 2056727 w 9288370"/>
              <a:gd name="connsiteY13" fmla="*/ 1270299 h 1911077"/>
              <a:gd name="connsiteX14" fmla="*/ 2281913 w 9288370"/>
              <a:gd name="connsiteY14" fmla="*/ 1211319 h 1911077"/>
              <a:gd name="connsiteX15" fmla="*/ 2402058 w 9288370"/>
              <a:gd name="connsiteY15" fmla="*/ 1129200 h 1911077"/>
              <a:gd name="connsiteX16" fmla="*/ 2522221 w 9288370"/>
              <a:gd name="connsiteY16" fmla="*/ 1064945 h 1911077"/>
              <a:gd name="connsiteX17" fmla="*/ 2689698 w 9288370"/>
              <a:gd name="connsiteY17" fmla="*/ 1009015 h 1911077"/>
              <a:gd name="connsiteX18" fmla="*/ 3001703 w 9288370"/>
              <a:gd name="connsiteY18" fmla="*/ 944996 h 1911077"/>
              <a:gd name="connsiteX19" fmla="*/ 3437947 w 9288370"/>
              <a:gd name="connsiteY19" fmla="*/ 796952 h 1911077"/>
              <a:gd name="connsiteX20" fmla="*/ 4209051 w 9288370"/>
              <a:gd name="connsiteY20" fmla="*/ 796952 h 1911077"/>
              <a:gd name="connsiteX21" fmla="*/ 7197317 w 9288370"/>
              <a:gd name="connsiteY21" fmla="*/ 361507 h 1911077"/>
              <a:gd name="connsiteX22" fmla="*/ 7995116 w 9288370"/>
              <a:gd name="connsiteY22" fmla="*/ 283919 h 1911077"/>
              <a:gd name="connsiteX23" fmla="*/ 8545846 w 9288370"/>
              <a:gd name="connsiteY23" fmla="*/ 172477 h 1911077"/>
              <a:gd name="connsiteX24" fmla="*/ 8930218 w 9288370"/>
              <a:gd name="connsiteY24" fmla="*/ 36279 h 1911077"/>
              <a:gd name="connsiteX25" fmla="*/ 9287321 w 9288370"/>
              <a:gd name="connsiteY25" fmla="*/ 53168 h 1911077"/>
              <a:gd name="connsiteX26" fmla="*/ 9288370 w 9288370"/>
              <a:gd name="connsiteY26" fmla="*/ 52923 h 1911077"/>
              <a:gd name="connsiteX0" fmla="*/ 9276097 w 9288370"/>
              <a:gd name="connsiteY0" fmla="*/ 0 h 2300011"/>
              <a:gd name="connsiteX1" fmla="*/ 9288370 w 9288370"/>
              <a:gd name="connsiteY1" fmla="*/ 2300011 h 2300011"/>
              <a:gd name="connsiteX2" fmla="*/ 0 w 9288370"/>
              <a:gd name="connsiteY2" fmla="*/ 2300011 h 2300011"/>
              <a:gd name="connsiteX3" fmla="*/ 55380 w 9288370"/>
              <a:gd name="connsiteY3" fmla="*/ 2275937 h 2300011"/>
              <a:gd name="connsiteX4" fmla="*/ 106098 w 9288370"/>
              <a:gd name="connsiteY4" fmla="*/ 2262840 h 2300011"/>
              <a:gd name="connsiteX5" fmla="*/ 370723 w 9288370"/>
              <a:gd name="connsiteY5" fmla="*/ 2187779 h 2300011"/>
              <a:gd name="connsiteX6" fmla="*/ 461604 w 9288370"/>
              <a:gd name="connsiteY6" fmla="*/ 2147900 h 2300011"/>
              <a:gd name="connsiteX7" fmla="*/ 671860 w 9288370"/>
              <a:gd name="connsiteY7" fmla="*/ 2138038 h 2300011"/>
              <a:gd name="connsiteX8" fmla="*/ 859506 w 9288370"/>
              <a:gd name="connsiteY8" fmla="*/ 2091540 h 2300011"/>
              <a:gd name="connsiteX9" fmla="*/ 1056432 w 9288370"/>
              <a:gd name="connsiteY9" fmla="*/ 2040752 h 2300011"/>
              <a:gd name="connsiteX10" fmla="*/ 1336276 w 9288370"/>
              <a:gd name="connsiteY10" fmla="*/ 1890709 h 2300011"/>
              <a:gd name="connsiteX11" fmla="*/ 1700002 w 9288370"/>
              <a:gd name="connsiteY11" fmla="*/ 1768882 h 2300011"/>
              <a:gd name="connsiteX12" fmla="*/ 1925247 w 9288370"/>
              <a:gd name="connsiteY12" fmla="*/ 1706329 h 2300011"/>
              <a:gd name="connsiteX13" fmla="*/ 2056727 w 9288370"/>
              <a:gd name="connsiteY13" fmla="*/ 1659233 h 2300011"/>
              <a:gd name="connsiteX14" fmla="*/ 2281913 w 9288370"/>
              <a:gd name="connsiteY14" fmla="*/ 1600253 h 2300011"/>
              <a:gd name="connsiteX15" fmla="*/ 2402058 w 9288370"/>
              <a:gd name="connsiteY15" fmla="*/ 1518134 h 2300011"/>
              <a:gd name="connsiteX16" fmla="*/ 2522221 w 9288370"/>
              <a:gd name="connsiteY16" fmla="*/ 1453879 h 2300011"/>
              <a:gd name="connsiteX17" fmla="*/ 2689698 w 9288370"/>
              <a:gd name="connsiteY17" fmla="*/ 1397949 h 2300011"/>
              <a:gd name="connsiteX18" fmla="*/ 3001703 w 9288370"/>
              <a:gd name="connsiteY18" fmla="*/ 1333930 h 2300011"/>
              <a:gd name="connsiteX19" fmla="*/ 3437947 w 9288370"/>
              <a:gd name="connsiteY19" fmla="*/ 1185886 h 2300011"/>
              <a:gd name="connsiteX20" fmla="*/ 4209051 w 9288370"/>
              <a:gd name="connsiteY20" fmla="*/ 1185886 h 2300011"/>
              <a:gd name="connsiteX21" fmla="*/ 7197317 w 9288370"/>
              <a:gd name="connsiteY21" fmla="*/ 750441 h 2300011"/>
              <a:gd name="connsiteX22" fmla="*/ 7995116 w 9288370"/>
              <a:gd name="connsiteY22" fmla="*/ 672853 h 2300011"/>
              <a:gd name="connsiteX23" fmla="*/ 8545846 w 9288370"/>
              <a:gd name="connsiteY23" fmla="*/ 561411 h 2300011"/>
              <a:gd name="connsiteX24" fmla="*/ 8930218 w 9288370"/>
              <a:gd name="connsiteY24" fmla="*/ 425213 h 2300011"/>
              <a:gd name="connsiteX25" fmla="*/ 9287321 w 9288370"/>
              <a:gd name="connsiteY25" fmla="*/ 442102 h 2300011"/>
              <a:gd name="connsiteX26" fmla="*/ 9276097 w 9288370"/>
              <a:gd name="connsiteY26" fmla="*/ 0 h 2300011"/>
              <a:gd name="connsiteX0" fmla="*/ 9276097 w 9288370"/>
              <a:gd name="connsiteY0" fmla="*/ 0 h 2300011"/>
              <a:gd name="connsiteX1" fmla="*/ 9288370 w 9288370"/>
              <a:gd name="connsiteY1" fmla="*/ 2300011 h 2300011"/>
              <a:gd name="connsiteX2" fmla="*/ 0 w 9288370"/>
              <a:gd name="connsiteY2" fmla="*/ 2300011 h 2300011"/>
              <a:gd name="connsiteX3" fmla="*/ 55380 w 9288370"/>
              <a:gd name="connsiteY3" fmla="*/ 2275937 h 2300011"/>
              <a:gd name="connsiteX4" fmla="*/ 106098 w 9288370"/>
              <a:gd name="connsiteY4" fmla="*/ 2262840 h 2300011"/>
              <a:gd name="connsiteX5" fmla="*/ 370723 w 9288370"/>
              <a:gd name="connsiteY5" fmla="*/ 2187779 h 2300011"/>
              <a:gd name="connsiteX6" fmla="*/ 461604 w 9288370"/>
              <a:gd name="connsiteY6" fmla="*/ 2147900 h 2300011"/>
              <a:gd name="connsiteX7" fmla="*/ 671860 w 9288370"/>
              <a:gd name="connsiteY7" fmla="*/ 2138038 h 2300011"/>
              <a:gd name="connsiteX8" fmla="*/ 859506 w 9288370"/>
              <a:gd name="connsiteY8" fmla="*/ 2091540 h 2300011"/>
              <a:gd name="connsiteX9" fmla="*/ 1056432 w 9288370"/>
              <a:gd name="connsiteY9" fmla="*/ 2040752 h 2300011"/>
              <a:gd name="connsiteX10" fmla="*/ 1336276 w 9288370"/>
              <a:gd name="connsiteY10" fmla="*/ 1890709 h 2300011"/>
              <a:gd name="connsiteX11" fmla="*/ 1700002 w 9288370"/>
              <a:gd name="connsiteY11" fmla="*/ 1768882 h 2300011"/>
              <a:gd name="connsiteX12" fmla="*/ 1925247 w 9288370"/>
              <a:gd name="connsiteY12" fmla="*/ 1706329 h 2300011"/>
              <a:gd name="connsiteX13" fmla="*/ 2056727 w 9288370"/>
              <a:gd name="connsiteY13" fmla="*/ 1659233 h 2300011"/>
              <a:gd name="connsiteX14" fmla="*/ 2281913 w 9288370"/>
              <a:gd name="connsiteY14" fmla="*/ 1600253 h 2300011"/>
              <a:gd name="connsiteX15" fmla="*/ 2402058 w 9288370"/>
              <a:gd name="connsiteY15" fmla="*/ 1518134 h 2300011"/>
              <a:gd name="connsiteX16" fmla="*/ 2522221 w 9288370"/>
              <a:gd name="connsiteY16" fmla="*/ 1453879 h 2300011"/>
              <a:gd name="connsiteX17" fmla="*/ 2689698 w 9288370"/>
              <a:gd name="connsiteY17" fmla="*/ 1397949 h 2300011"/>
              <a:gd name="connsiteX18" fmla="*/ 3001703 w 9288370"/>
              <a:gd name="connsiteY18" fmla="*/ 1333930 h 2300011"/>
              <a:gd name="connsiteX19" fmla="*/ 3437947 w 9288370"/>
              <a:gd name="connsiteY19" fmla="*/ 1185886 h 2300011"/>
              <a:gd name="connsiteX20" fmla="*/ 4209051 w 9288370"/>
              <a:gd name="connsiteY20" fmla="*/ 1185886 h 2300011"/>
              <a:gd name="connsiteX21" fmla="*/ 7197317 w 9288370"/>
              <a:gd name="connsiteY21" fmla="*/ 750441 h 2300011"/>
              <a:gd name="connsiteX22" fmla="*/ 7995116 w 9288370"/>
              <a:gd name="connsiteY22" fmla="*/ 672853 h 2300011"/>
              <a:gd name="connsiteX23" fmla="*/ 8545846 w 9288370"/>
              <a:gd name="connsiteY23" fmla="*/ 561411 h 2300011"/>
              <a:gd name="connsiteX24" fmla="*/ 8930218 w 9288370"/>
              <a:gd name="connsiteY24" fmla="*/ 425213 h 2300011"/>
              <a:gd name="connsiteX25" fmla="*/ 9090939 w 9288370"/>
              <a:gd name="connsiteY25" fmla="*/ 184352 h 2300011"/>
              <a:gd name="connsiteX26" fmla="*/ 9276097 w 9288370"/>
              <a:gd name="connsiteY26" fmla="*/ 0 h 2300011"/>
              <a:gd name="connsiteX0" fmla="*/ 9276097 w 9288370"/>
              <a:gd name="connsiteY0" fmla="*/ 0 h 2300011"/>
              <a:gd name="connsiteX1" fmla="*/ 9288370 w 9288370"/>
              <a:gd name="connsiteY1" fmla="*/ 2300011 h 2300011"/>
              <a:gd name="connsiteX2" fmla="*/ 0 w 9288370"/>
              <a:gd name="connsiteY2" fmla="*/ 2300011 h 2300011"/>
              <a:gd name="connsiteX3" fmla="*/ 55380 w 9288370"/>
              <a:gd name="connsiteY3" fmla="*/ 2275937 h 2300011"/>
              <a:gd name="connsiteX4" fmla="*/ 106098 w 9288370"/>
              <a:gd name="connsiteY4" fmla="*/ 2262840 h 2300011"/>
              <a:gd name="connsiteX5" fmla="*/ 370723 w 9288370"/>
              <a:gd name="connsiteY5" fmla="*/ 2187779 h 2300011"/>
              <a:gd name="connsiteX6" fmla="*/ 461604 w 9288370"/>
              <a:gd name="connsiteY6" fmla="*/ 2147900 h 2300011"/>
              <a:gd name="connsiteX7" fmla="*/ 671860 w 9288370"/>
              <a:gd name="connsiteY7" fmla="*/ 2138038 h 2300011"/>
              <a:gd name="connsiteX8" fmla="*/ 859506 w 9288370"/>
              <a:gd name="connsiteY8" fmla="*/ 2091540 h 2300011"/>
              <a:gd name="connsiteX9" fmla="*/ 1056432 w 9288370"/>
              <a:gd name="connsiteY9" fmla="*/ 2040752 h 2300011"/>
              <a:gd name="connsiteX10" fmla="*/ 1336276 w 9288370"/>
              <a:gd name="connsiteY10" fmla="*/ 1890709 h 2300011"/>
              <a:gd name="connsiteX11" fmla="*/ 1700002 w 9288370"/>
              <a:gd name="connsiteY11" fmla="*/ 1768882 h 2300011"/>
              <a:gd name="connsiteX12" fmla="*/ 1925247 w 9288370"/>
              <a:gd name="connsiteY12" fmla="*/ 1706329 h 2300011"/>
              <a:gd name="connsiteX13" fmla="*/ 2056727 w 9288370"/>
              <a:gd name="connsiteY13" fmla="*/ 1659233 h 2300011"/>
              <a:gd name="connsiteX14" fmla="*/ 2281913 w 9288370"/>
              <a:gd name="connsiteY14" fmla="*/ 1600253 h 2300011"/>
              <a:gd name="connsiteX15" fmla="*/ 2402058 w 9288370"/>
              <a:gd name="connsiteY15" fmla="*/ 1518134 h 2300011"/>
              <a:gd name="connsiteX16" fmla="*/ 2522221 w 9288370"/>
              <a:gd name="connsiteY16" fmla="*/ 1453879 h 2300011"/>
              <a:gd name="connsiteX17" fmla="*/ 2689698 w 9288370"/>
              <a:gd name="connsiteY17" fmla="*/ 1397949 h 2300011"/>
              <a:gd name="connsiteX18" fmla="*/ 3001703 w 9288370"/>
              <a:gd name="connsiteY18" fmla="*/ 1333930 h 2300011"/>
              <a:gd name="connsiteX19" fmla="*/ 3437947 w 9288370"/>
              <a:gd name="connsiteY19" fmla="*/ 1185886 h 2300011"/>
              <a:gd name="connsiteX20" fmla="*/ 4209051 w 9288370"/>
              <a:gd name="connsiteY20" fmla="*/ 1185886 h 2300011"/>
              <a:gd name="connsiteX21" fmla="*/ 7197317 w 9288370"/>
              <a:gd name="connsiteY21" fmla="*/ 750441 h 2300011"/>
              <a:gd name="connsiteX22" fmla="*/ 7995116 w 9288370"/>
              <a:gd name="connsiteY22" fmla="*/ 672853 h 2300011"/>
              <a:gd name="connsiteX23" fmla="*/ 8545846 w 9288370"/>
              <a:gd name="connsiteY23" fmla="*/ 561411 h 2300011"/>
              <a:gd name="connsiteX24" fmla="*/ 8905671 w 9288370"/>
              <a:gd name="connsiteY24" fmla="*/ 270590 h 2300011"/>
              <a:gd name="connsiteX25" fmla="*/ 9090939 w 9288370"/>
              <a:gd name="connsiteY25" fmla="*/ 184352 h 2300011"/>
              <a:gd name="connsiteX26" fmla="*/ 9276097 w 9288370"/>
              <a:gd name="connsiteY26" fmla="*/ 0 h 2300011"/>
              <a:gd name="connsiteX0" fmla="*/ 9276097 w 9288370"/>
              <a:gd name="connsiteY0" fmla="*/ 0 h 2300011"/>
              <a:gd name="connsiteX1" fmla="*/ 9288370 w 9288370"/>
              <a:gd name="connsiteY1" fmla="*/ 2300011 h 2300011"/>
              <a:gd name="connsiteX2" fmla="*/ 0 w 9288370"/>
              <a:gd name="connsiteY2" fmla="*/ 2300011 h 2300011"/>
              <a:gd name="connsiteX3" fmla="*/ 55380 w 9288370"/>
              <a:gd name="connsiteY3" fmla="*/ 2275937 h 2300011"/>
              <a:gd name="connsiteX4" fmla="*/ 106098 w 9288370"/>
              <a:gd name="connsiteY4" fmla="*/ 2262840 h 2300011"/>
              <a:gd name="connsiteX5" fmla="*/ 370723 w 9288370"/>
              <a:gd name="connsiteY5" fmla="*/ 2187779 h 2300011"/>
              <a:gd name="connsiteX6" fmla="*/ 461604 w 9288370"/>
              <a:gd name="connsiteY6" fmla="*/ 2147900 h 2300011"/>
              <a:gd name="connsiteX7" fmla="*/ 671860 w 9288370"/>
              <a:gd name="connsiteY7" fmla="*/ 2138038 h 2300011"/>
              <a:gd name="connsiteX8" fmla="*/ 859506 w 9288370"/>
              <a:gd name="connsiteY8" fmla="*/ 2091540 h 2300011"/>
              <a:gd name="connsiteX9" fmla="*/ 1056432 w 9288370"/>
              <a:gd name="connsiteY9" fmla="*/ 2040752 h 2300011"/>
              <a:gd name="connsiteX10" fmla="*/ 1336276 w 9288370"/>
              <a:gd name="connsiteY10" fmla="*/ 1890709 h 2300011"/>
              <a:gd name="connsiteX11" fmla="*/ 1700002 w 9288370"/>
              <a:gd name="connsiteY11" fmla="*/ 1768882 h 2300011"/>
              <a:gd name="connsiteX12" fmla="*/ 1925247 w 9288370"/>
              <a:gd name="connsiteY12" fmla="*/ 1706329 h 2300011"/>
              <a:gd name="connsiteX13" fmla="*/ 2056727 w 9288370"/>
              <a:gd name="connsiteY13" fmla="*/ 1659233 h 2300011"/>
              <a:gd name="connsiteX14" fmla="*/ 2281913 w 9288370"/>
              <a:gd name="connsiteY14" fmla="*/ 1600253 h 2300011"/>
              <a:gd name="connsiteX15" fmla="*/ 2402058 w 9288370"/>
              <a:gd name="connsiteY15" fmla="*/ 1518134 h 2300011"/>
              <a:gd name="connsiteX16" fmla="*/ 2522221 w 9288370"/>
              <a:gd name="connsiteY16" fmla="*/ 1453879 h 2300011"/>
              <a:gd name="connsiteX17" fmla="*/ 2689698 w 9288370"/>
              <a:gd name="connsiteY17" fmla="*/ 1397949 h 2300011"/>
              <a:gd name="connsiteX18" fmla="*/ 3001703 w 9288370"/>
              <a:gd name="connsiteY18" fmla="*/ 1333930 h 2300011"/>
              <a:gd name="connsiteX19" fmla="*/ 3437947 w 9288370"/>
              <a:gd name="connsiteY19" fmla="*/ 1185886 h 2300011"/>
              <a:gd name="connsiteX20" fmla="*/ 4209051 w 9288370"/>
              <a:gd name="connsiteY20" fmla="*/ 1185886 h 2300011"/>
              <a:gd name="connsiteX21" fmla="*/ 7197317 w 9288370"/>
              <a:gd name="connsiteY21" fmla="*/ 750441 h 2300011"/>
              <a:gd name="connsiteX22" fmla="*/ 7995116 w 9288370"/>
              <a:gd name="connsiteY22" fmla="*/ 672853 h 2300011"/>
              <a:gd name="connsiteX23" fmla="*/ 8545846 w 9288370"/>
              <a:gd name="connsiteY23" fmla="*/ 307388 h 2300011"/>
              <a:gd name="connsiteX24" fmla="*/ 8905671 w 9288370"/>
              <a:gd name="connsiteY24" fmla="*/ 270590 h 2300011"/>
              <a:gd name="connsiteX25" fmla="*/ 9090939 w 9288370"/>
              <a:gd name="connsiteY25" fmla="*/ 184352 h 2300011"/>
              <a:gd name="connsiteX26" fmla="*/ 9276097 w 9288370"/>
              <a:gd name="connsiteY26" fmla="*/ 0 h 2300011"/>
              <a:gd name="connsiteX0" fmla="*/ 9280823 w 9288370"/>
              <a:gd name="connsiteY0" fmla="*/ 0 h 2227722"/>
              <a:gd name="connsiteX1" fmla="*/ 9288370 w 9288370"/>
              <a:gd name="connsiteY1" fmla="*/ 2227722 h 2227722"/>
              <a:gd name="connsiteX2" fmla="*/ 0 w 9288370"/>
              <a:gd name="connsiteY2" fmla="*/ 2227722 h 2227722"/>
              <a:gd name="connsiteX3" fmla="*/ 55380 w 9288370"/>
              <a:gd name="connsiteY3" fmla="*/ 2203648 h 2227722"/>
              <a:gd name="connsiteX4" fmla="*/ 106098 w 9288370"/>
              <a:gd name="connsiteY4" fmla="*/ 2190551 h 2227722"/>
              <a:gd name="connsiteX5" fmla="*/ 370723 w 9288370"/>
              <a:gd name="connsiteY5" fmla="*/ 2115490 h 2227722"/>
              <a:gd name="connsiteX6" fmla="*/ 461604 w 9288370"/>
              <a:gd name="connsiteY6" fmla="*/ 2075611 h 2227722"/>
              <a:gd name="connsiteX7" fmla="*/ 671860 w 9288370"/>
              <a:gd name="connsiteY7" fmla="*/ 2065749 h 2227722"/>
              <a:gd name="connsiteX8" fmla="*/ 859506 w 9288370"/>
              <a:gd name="connsiteY8" fmla="*/ 2019251 h 2227722"/>
              <a:gd name="connsiteX9" fmla="*/ 1056432 w 9288370"/>
              <a:gd name="connsiteY9" fmla="*/ 1968463 h 2227722"/>
              <a:gd name="connsiteX10" fmla="*/ 1336276 w 9288370"/>
              <a:gd name="connsiteY10" fmla="*/ 1818420 h 2227722"/>
              <a:gd name="connsiteX11" fmla="*/ 1700002 w 9288370"/>
              <a:gd name="connsiteY11" fmla="*/ 1696593 h 2227722"/>
              <a:gd name="connsiteX12" fmla="*/ 1925247 w 9288370"/>
              <a:gd name="connsiteY12" fmla="*/ 1634040 h 2227722"/>
              <a:gd name="connsiteX13" fmla="*/ 2056727 w 9288370"/>
              <a:gd name="connsiteY13" fmla="*/ 1586944 h 2227722"/>
              <a:gd name="connsiteX14" fmla="*/ 2281913 w 9288370"/>
              <a:gd name="connsiteY14" fmla="*/ 1527964 h 2227722"/>
              <a:gd name="connsiteX15" fmla="*/ 2402058 w 9288370"/>
              <a:gd name="connsiteY15" fmla="*/ 1445845 h 2227722"/>
              <a:gd name="connsiteX16" fmla="*/ 2522221 w 9288370"/>
              <a:gd name="connsiteY16" fmla="*/ 1381590 h 2227722"/>
              <a:gd name="connsiteX17" fmla="*/ 2689698 w 9288370"/>
              <a:gd name="connsiteY17" fmla="*/ 1325660 h 2227722"/>
              <a:gd name="connsiteX18" fmla="*/ 3001703 w 9288370"/>
              <a:gd name="connsiteY18" fmla="*/ 1261641 h 2227722"/>
              <a:gd name="connsiteX19" fmla="*/ 3437947 w 9288370"/>
              <a:gd name="connsiteY19" fmla="*/ 1113597 h 2227722"/>
              <a:gd name="connsiteX20" fmla="*/ 4209051 w 9288370"/>
              <a:gd name="connsiteY20" fmla="*/ 1113597 h 2227722"/>
              <a:gd name="connsiteX21" fmla="*/ 7197317 w 9288370"/>
              <a:gd name="connsiteY21" fmla="*/ 678152 h 2227722"/>
              <a:gd name="connsiteX22" fmla="*/ 7995116 w 9288370"/>
              <a:gd name="connsiteY22" fmla="*/ 600564 h 2227722"/>
              <a:gd name="connsiteX23" fmla="*/ 8545846 w 9288370"/>
              <a:gd name="connsiteY23" fmla="*/ 235099 h 2227722"/>
              <a:gd name="connsiteX24" fmla="*/ 8905671 w 9288370"/>
              <a:gd name="connsiteY24" fmla="*/ 198301 h 2227722"/>
              <a:gd name="connsiteX25" fmla="*/ 9090939 w 9288370"/>
              <a:gd name="connsiteY25" fmla="*/ 112063 h 2227722"/>
              <a:gd name="connsiteX26" fmla="*/ 9280823 w 9288370"/>
              <a:gd name="connsiteY26" fmla="*/ 0 h 2227722"/>
              <a:gd name="connsiteX0" fmla="*/ 9280823 w 9288370"/>
              <a:gd name="connsiteY0" fmla="*/ 9459 h 2237181"/>
              <a:gd name="connsiteX1" fmla="*/ 9288370 w 9288370"/>
              <a:gd name="connsiteY1" fmla="*/ 2237181 h 2237181"/>
              <a:gd name="connsiteX2" fmla="*/ 0 w 9288370"/>
              <a:gd name="connsiteY2" fmla="*/ 2237181 h 2237181"/>
              <a:gd name="connsiteX3" fmla="*/ 55380 w 9288370"/>
              <a:gd name="connsiteY3" fmla="*/ 2213107 h 2237181"/>
              <a:gd name="connsiteX4" fmla="*/ 106098 w 9288370"/>
              <a:gd name="connsiteY4" fmla="*/ 2200010 h 2237181"/>
              <a:gd name="connsiteX5" fmla="*/ 370723 w 9288370"/>
              <a:gd name="connsiteY5" fmla="*/ 2124949 h 2237181"/>
              <a:gd name="connsiteX6" fmla="*/ 461604 w 9288370"/>
              <a:gd name="connsiteY6" fmla="*/ 2085070 h 2237181"/>
              <a:gd name="connsiteX7" fmla="*/ 671860 w 9288370"/>
              <a:gd name="connsiteY7" fmla="*/ 2075208 h 2237181"/>
              <a:gd name="connsiteX8" fmla="*/ 859506 w 9288370"/>
              <a:gd name="connsiteY8" fmla="*/ 2028710 h 2237181"/>
              <a:gd name="connsiteX9" fmla="*/ 1056432 w 9288370"/>
              <a:gd name="connsiteY9" fmla="*/ 1977922 h 2237181"/>
              <a:gd name="connsiteX10" fmla="*/ 1336276 w 9288370"/>
              <a:gd name="connsiteY10" fmla="*/ 1827879 h 2237181"/>
              <a:gd name="connsiteX11" fmla="*/ 1700002 w 9288370"/>
              <a:gd name="connsiteY11" fmla="*/ 1706052 h 2237181"/>
              <a:gd name="connsiteX12" fmla="*/ 1925247 w 9288370"/>
              <a:gd name="connsiteY12" fmla="*/ 1643499 h 2237181"/>
              <a:gd name="connsiteX13" fmla="*/ 2056727 w 9288370"/>
              <a:gd name="connsiteY13" fmla="*/ 1596403 h 2237181"/>
              <a:gd name="connsiteX14" fmla="*/ 2281913 w 9288370"/>
              <a:gd name="connsiteY14" fmla="*/ 1537423 h 2237181"/>
              <a:gd name="connsiteX15" fmla="*/ 2402058 w 9288370"/>
              <a:gd name="connsiteY15" fmla="*/ 1455304 h 2237181"/>
              <a:gd name="connsiteX16" fmla="*/ 2522221 w 9288370"/>
              <a:gd name="connsiteY16" fmla="*/ 1391049 h 2237181"/>
              <a:gd name="connsiteX17" fmla="*/ 2689698 w 9288370"/>
              <a:gd name="connsiteY17" fmla="*/ 1335119 h 2237181"/>
              <a:gd name="connsiteX18" fmla="*/ 3001703 w 9288370"/>
              <a:gd name="connsiteY18" fmla="*/ 1271100 h 2237181"/>
              <a:gd name="connsiteX19" fmla="*/ 3437947 w 9288370"/>
              <a:gd name="connsiteY19" fmla="*/ 1123056 h 2237181"/>
              <a:gd name="connsiteX20" fmla="*/ 4209051 w 9288370"/>
              <a:gd name="connsiteY20" fmla="*/ 1123056 h 2237181"/>
              <a:gd name="connsiteX21" fmla="*/ 7197317 w 9288370"/>
              <a:gd name="connsiteY21" fmla="*/ 687611 h 2237181"/>
              <a:gd name="connsiteX22" fmla="*/ 7995116 w 9288370"/>
              <a:gd name="connsiteY22" fmla="*/ 610023 h 2237181"/>
              <a:gd name="connsiteX23" fmla="*/ 8545846 w 9288370"/>
              <a:gd name="connsiteY23" fmla="*/ 244558 h 2237181"/>
              <a:gd name="connsiteX24" fmla="*/ 8905671 w 9288370"/>
              <a:gd name="connsiteY24" fmla="*/ 207760 h 2237181"/>
              <a:gd name="connsiteX25" fmla="*/ 9090939 w 9288370"/>
              <a:gd name="connsiteY25" fmla="*/ 121522 h 2237181"/>
              <a:gd name="connsiteX26" fmla="*/ 9280823 w 9288370"/>
              <a:gd name="connsiteY26" fmla="*/ 9459 h 2237181"/>
              <a:gd name="connsiteX0" fmla="*/ 9285549 w 9288370"/>
              <a:gd name="connsiteY0" fmla="*/ 11350 h 2213558"/>
              <a:gd name="connsiteX1" fmla="*/ 9288370 w 9288370"/>
              <a:gd name="connsiteY1" fmla="*/ 2213558 h 2213558"/>
              <a:gd name="connsiteX2" fmla="*/ 0 w 9288370"/>
              <a:gd name="connsiteY2" fmla="*/ 2213558 h 2213558"/>
              <a:gd name="connsiteX3" fmla="*/ 55380 w 9288370"/>
              <a:gd name="connsiteY3" fmla="*/ 2189484 h 2213558"/>
              <a:gd name="connsiteX4" fmla="*/ 106098 w 9288370"/>
              <a:gd name="connsiteY4" fmla="*/ 2176387 h 2213558"/>
              <a:gd name="connsiteX5" fmla="*/ 370723 w 9288370"/>
              <a:gd name="connsiteY5" fmla="*/ 2101326 h 2213558"/>
              <a:gd name="connsiteX6" fmla="*/ 461604 w 9288370"/>
              <a:gd name="connsiteY6" fmla="*/ 2061447 h 2213558"/>
              <a:gd name="connsiteX7" fmla="*/ 671860 w 9288370"/>
              <a:gd name="connsiteY7" fmla="*/ 2051585 h 2213558"/>
              <a:gd name="connsiteX8" fmla="*/ 859506 w 9288370"/>
              <a:gd name="connsiteY8" fmla="*/ 2005087 h 2213558"/>
              <a:gd name="connsiteX9" fmla="*/ 1056432 w 9288370"/>
              <a:gd name="connsiteY9" fmla="*/ 1954299 h 2213558"/>
              <a:gd name="connsiteX10" fmla="*/ 1336276 w 9288370"/>
              <a:gd name="connsiteY10" fmla="*/ 1804256 h 2213558"/>
              <a:gd name="connsiteX11" fmla="*/ 1700002 w 9288370"/>
              <a:gd name="connsiteY11" fmla="*/ 1682429 h 2213558"/>
              <a:gd name="connsiteX12" fmla="*/ 1925247 w 9288370"/>
              <a:gd name="connsiteY12" fmla="*/ 1619876 h 2213558"/>
              <a:gd name="connsiteX13" fmla="*/ 2056727 w 9288370"/>
              <a:gd name="connsiteY13" fmla="*/ 1572780 h 2213558"/>
              <a:gd name="connsiteX14" fmla="*/ 2281913 w 9288370"/>
              <a:gd name="connsiteY14" fmla="*/ 1513800 h 2213558"/>
              <a:gd name="connsiteX15" fmla="*/ 2402058 w 9288370"/>
              <a:gd name="connsiteY15" fmla="*/ 1431681 h 2213558"/>
              <a:gd name="connsiteX16" fmla="*/ 2522221 w 9288370"/>
              <a:gd name="connsiteY16" fmla="*/ 1367426 h 2213558"/>
              <a:gd name="connsiteX17" fmla="*/ 2689698 w 9288370"/>
              <a:gd name="connsiteY17" fmla="*/ 1311496 h 2213558"/>
              <a:gd name="connsiteX18" fmla="*/ 3001703 w 9288370"/>
              <a:gd name="connsiteY18" fmla="*/ 1247477 h 2213558"/>
              <a:gd name="connsiteX19" fmla="*/ 3437947 w 9288370"/>
              <a:gd name="connsiteY19" fmla="*/ 1099433 h 2213558"/>
              <a:gd name="connsiteX20" fmla="*/ 4209051 w 9288370"/>
              <a:gd name="connsiteY20" fmla="*/ 1099433 h 2213558"/>
              <a:gd name="connsiteX21" fmla="*/ 7197317 w 9288370"/>
              <a:gd name="connsiteY21" fmla="*/ 663988 h 2213558"/>
              <a:gd name="connsiteX22" fmla="*/ 7995116 w 9288370"/>
              <a:gd name="connsiteY22" fmla="*/ 586400 h 2213558"/>
              <a:gd name="connsiteX23" fmla="*/ 8545846 w 9288370"/>
              <a:gd name="connsiteY23" fmla="*/ 220935 h 2213558"/>
              <a:gd name="connsiteX24" fmla="*/ 8905671 w 9288370"/>
              <a:gd name="connsiteY24" fmla="*/ 184137 h 2213558"/>
              <a:gd name="connsiteX25" fmla="*/ 9090939 w 9288370"/>
              <a:gd name="connsiteY25" fmla="*/ 97899 h 2213558"/>
              <a:gd name="connsiteX26" fmla="*/ 9285549 w 9288370"/>
              <a:gd name="connsiteY26" fmla="*/ 11350 h 2213558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7995116 w 9288370"/>
              <a:gd name="connsiteY22" fmla="*/ 576061 h 2203219"/>
              <a:gd name="connsiteX23" fmla="*/ 8545846 w 9288370"/>
              <a:gd name="connsiteY23" fmla="*/ 210596 h 2203219"/>
              <a:gd name="connsiteX24" fmla="*/ 8905671 w 9288370"/>
              <a:gd name="connsiteY24" fmla="*/ 173798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7995116 w 9288370"/>
              <a:gd name="connsiteY22" fmla="*/ 576061 h 2203219"/>
              <a:gd name="connsiteX23" fmla="*/ 8545846 w 9288370"/>
              <a:gd name="connsiteY23" fmla="*/ 210596 h 2203219"/>
              <a:gd name="connsiteX24" fmla="*/ 8943475 w 9288370"/>
              <a:gd name="connsiteY24" fmla="*/ 127022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7995116 w 9288370"/>
              <a:gd name="connsiteY22" fmla="*/ 576061 h 2203219"/>
              <a:gd name="connsiteX23" fmla="*/ 8682888 w 9288370"/>
              <a:gd name="connsiteY23" fmla="*/ 155316 h 2203219"/>
              <a:gd name="connsiteX24" fmla="*/ 8943475 w 9288370"/>
              <a:gd name="connsiteY24" fmla="*/ 127022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7995116 w 9288370"/>
              <a:gd name="connsiteY22" fmla="*/ 576061 h 2203219"/>
              <a:gd name="connsiteX23" fmla="*/ 8682888 w 9288370"/>
              <a:gd name="connsiteY23" fmla="*/ 155316 h 2203219"/>
              <a:gd name="connsiteX24" fmla="*/ 8943475 w 9288370"/>
              <a:gd name="connsiteY24" fmla="*/ 127022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8018744 w 9288370"/>
              <a:gd name="connsiteY22" fmla="*/ 354943 h 2203219"/>
              <a:gd name="connsiteX23" fmla="*/ 8682888 w 9288370"/>
              <a:gd name="connsiteY23" fmla="*/ 155316 h 2203219"/>
              <a:gd name="connsiteX24" fmla="*/ 8943475 w 9288370"/>
              <a:gd name="connsiteY24" fmla="*/ 127022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8018744 w 9288370"/>
              <a:gd name="connsiteY22" fmla="*/ 354943 h 2203219"/>
              <a:gd name="connsiteX23" fmla="*/ 8682888 w 9288370"/>
              <a:gd name="connsiteY23" fmla="*/ 155316 h 2203219"/>
              <a:gd name="connsiteX24" fmla="*/ 8943475 w 9288370"/>
              <a:gd name="connsiteY24" fmla="*/ 127022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011 h 2203219"/>
              <a:gd name="connsiteX1" fmla="*/ 9288370 w 9288370"/>
              <a:gd name="connsiteY1" fmla="*/ 2203219 h 2203219"/>
              <a:gd name="connsiteX2" fmla="*/ 0 w 9288370"/>
              <a:gd name="connsiteY2" fmla="*/ 2203219 h 2203219"/>
              <a:gd name="connsiteX3" fmla="*/ 55380 w 9288370"/>
              <a:gd name="connsiteY3" fmla="*/ 2179145 h 2203219"/>
              <a:gd name="connsiteX4" fmla="*/ 106098 w 9288370"/>
              <a:gd name="connsiteY4" fmla="*/ 2166048 h 2203219"/>
              <a:gd name="connsiteX5" fmla="*/ 370723 w 9288370"/>
              <a:gd name="connsiteY5" fmla="*/ 2090987 h 2203219"/>
              <a:gd name="connsiteX6" fmla="*/ 461604 w 9288370"/>
              <a:gd name="connsiteY6" fmla="*/ 2051108 h 2203219"/>
              <a:gd name="connsiteX7" fmla="*/ 671860 w 9288370"/>
              <a:gd name="connsiteY7" fmla="*/ 2041246 h 2203219"/>
              <a:gd name="connsiteX8" fmla="*/ 859506 w 9288370"/>
              <a:gd name="connsiteY8" fmla="*/ 1994748 h 2203219"/>
              <a:gd name="connsiteX9" fmla="*/ 1056432 w 9288370"/>
              <a:gd name="connsiteY9" fmla="*/ 1943960 h 2203219"/>
              <a:gd name="connsiteX10" fmla="*/ 1336276 w 9288370"/>
              <a:gd name="connsiteY10" fmla="*/ 1793917 h 2203219"/>
              <a:gd name="connsiteX11" fmla="*/ 1700002 w 9288370"/>
              <a:gd name="connsiteY11" fmla="*/ 1672090 h 2203219"/>
              <a:gd name="connsiteX12" fmla="*/ 1925247 w 9288370"/>
              <a:gd name="connsiteY12" fmla="*/ 1609537 h 2203219"/>
              <a:gd name="connsiteX13" fmla="*/ 2056727 w 9288370"/>
              <a:gd name="connsiteY13" fmla="*/ 1562441 h 2203219"/>
              <a:gd name="connsiteX14" fmla="*/ 2281913 w 9288370"/>
              <a:gd name="connsiteY14" fmla="*/ 1503461 h 2203219"/>
              <a:gd name="connsiteX15" fmla="*/ 2402058 w 9288370"/>
              <a:gd name="connsiteY15" fmla="*/ 1421342 h 2203219"/>
              <a:gd name="connsiteX16" fmla="*/ 2522221 w 9288370"/>
              <a:gd name="connsiteY16" fmla="*/ 1357087 h 2203219"/>
              <a:gd name="connsiteX17" fmla="*/ 2689698 w 9288370"/>
              <a:gd name="connsiteY17" fmla="*/ 1301157 h 2203219"/>
              <a:gd name="connsiteX18" fmla="*/ 3001703 w 9288370"/>
              <a:gd name="connsiteY18" fmla="*/ 1237138 h 2203219"/>
              <a:gd name="connsiteX19" fmla="*/ 3437947 w 9288370"/>
              <a:gd name="connsiteY19" fmla="*/ 1089094 h 2203219"/>
              <a:gd name="connsiteX20" fmla="*/ 4209051 w 9288370"/>
              <a:gd name="connsiteY20" fmla="*/ 1089094 h 2203219"/>
              <a:gd name="connsiteX21" fmla="*/ 7197317 w 9288370"/>
              <a:gd name="connsiteY21" fmla="*/ 653649 h 2203219"/>
              <a:gd name="connsiteX22" fmla="*/ 8203042 w 9288370"/>
              <a:gd name="connsiteY22" fmla="*/ 354943 h 2203219"/>
              <a:gd name="connsiteX23" fmla="*/ 8682888 w 9288370"/>
              <a:gd name="connsiteY23" fmla="*/ 155316 h 2203219"/>
              <a:gd name="connsiteX24" fmla="*/ 8943475 w 9288370"/>
              <a:gd name="connsiteY24" fmla="*/ 127022 h 2203219"/>
              <a:gd name="connsiteX25" fmla="*/ 9090939 w 9288370"/>
              <a:gd name="connsiteY25" fmla="*/ 87560 h 2203219"/>
              <a:gd name="connsiteX26" fmla="*/ 9285549 w 9288370"/>
              <a:gd name="connsiteY26" fmla="*/ 1011 h 2203219"/>
              <a:gd name="connsiteX0" fmla="*/ 9285549 w 9288370"/>
              <a:gd name="connsiteY0" fmla="*/ 1799 h 2204007"/>
              <a:gd name="connsiteX1" fmla="*/ 9288370 w 9288370"/>
              <a:gd name="connsiteY1" fmla="*/ 2204007 h 2204007"/>
              <a:gd name="connsiteX2" fmla="*/ 0 w 9288370"/>
              <a:gd name="connsiteY2" fmla="*/ 2204007 h 2204007"/>
              <a:gd name="connsiteX3" fmla="*/ 55380 w 9288370"/>
              <a:gd name="connsiteY3" fmla="*/ 2179933 h 2204007"/>
              <a:gd name="connsiteX4" fmla="*/ 106098 w 9288370"/>
              <a:gd name="connsiteY4" fmla="*/ 2166836 h 2204007"/>
              <a:gd name="connsiteX5" fmla="*/ 370723 w 9288370"/>
              <a:gd name="connsiteY5" fmla="*/ 2091775 h 2204007"/>
              <a:gd name="connsiteX6" fmla="*/ 461604 w 9288370"/>
              <a:gd name="connsiteY6" fmla="*/ 2051896 h 2204007"/>
              <a:gd name="connsiteX7" fmla="*/ 671860 w 9288370"/>
              <a:gd name="connsiteY7" fmla="*/ 2042034 h 2204007"/>
              <a:gd name="connsiteX8" fmla="*/ 859506 w 9288370"/>
              <a:gd name="connsiteY8" fmla="*/ 1995536 h 2204007"/>
              <a:gd name="connsiteX9" fmla="*/ 1056432 w 9288370"/>
              <a:gd name="connsiteY9" fmla="*/ 1944748 h 2204007"/>
              <a:gd name="connsiteX10" fmla="*/ 1336276 w 9288370"/>
              <a:gd name="connsiteY10" fmla="*/ 1794705 h 2204007"/>
              <a:gd name="connsiteX11" fmla="*/ 1700002 w 9288370"/>
              <a:gd name="connsiteY11" fmla="*/ 1672878 h 2204007"/>
              <a:gd name="connsiteX12" fmla="*/ 1925247 w 9288370"/>
              <a:gd name="connsiteY12" fmla="*/ 1610325 h 2204007"/>
              <a:gd name="connsiteX13" fmla="*/ 2056727 w 9288370"/>
              <a:gd name="connsiteY13" fmla="*/ 1563229 h 2204007"/>
              <a:gd name="connsiteX14" fmla="*/ 2281913 w 9288370"/>
              <a:gd name="connsiteY14" fmla="*/ 1504249 h 2204007"/>
              <a:gd name="connsiteX15" fmla="*/ 2402058 w 9288370"/>
              <a:gd name="connsiteY15" fmla="*/ 1422130 h 2204007"/>
              <a:gd name="connsiteX16" fmla="*/ 2522221 w 9288370"/>
              <a:gd name="connsiteY16" fmla="*/ 1357875 h 2204007"/>
              <a:gd name="connsiteX17" fmla="*/ 2689698 w 9288370"/>
              <a:gd name="connsiteY17" fmla="*/ 1301945 h 2204007"/>
              <a:gd name="connsiteX18" fmla="*/ 3001703 w 9288370"/>
              <a:gd name="connsiteY18" fmla="*/ 1237926 h 2204007"/>
              <a:gd name="connsiteX19" fmla="*/ 3437947 w 9288370"/>
              <a:gd name="connsiteY19" fmla="*/ 1089882 h 2204007"/>
              <a:gd name="connsiteX20" fmla="*/ 4209051 w 9288370"/>
              <a:gd name="connsiteY20" fmla="*/ 1089882 h 2204007"/>
              <a:gd name="connsiteX21" fmla="*/ 7197317 w 9288370"/>
              <a:gd name="connsiteY21" fmla="*/ 654437 h 2204007"/>
              <a:gd name="connsiteX22" fmla="*/ 8203042 w 9288370"/>
              <a:gd name="connsiteY22" fmla="*/ 355731 h 2204007"/>
              <a:gd name="connsiteX23" fmla="*/ 8682888 w 9288370"/>
              <a:gd name="connsiteY23" fmla="*/ 156104 h 2204007"/>
              <a:gd name="connsiteX24" fmla="*/ 8943475 w 9288370"/>
              <a:gd name="connsiteY24" fmla="*/ 127810 h 2204007"/>
              <a:gd name="connsiteX25" fmla="*/ 9142920 w 9288370"/>
              <a:gd name="connsiteY25" fmla="*/ 58582 h 2204007"/>
              <a:gd name="connsiteX26" fmla="*/ 9285549 w 9288370"/>
              <a:gd name="connsiteY26" fmla="*/ 1799 h 2204007"/>
              <a:gd name="connsiteX0" fmla="*/ 9285549 w 9288370"/>
              <a:gd name="connsiteY0" fmla="*/ 1799 h 2204007"/>
              <a:gd name="connsiteX1" fmla="*/ 9288370 w 9288370"/>
              <a:gd name="connsiteY1" fmla="*/ 2204007 h 2204007"/>
              <a:gd name="connsiteX2" fmla="*/ 0 w 9288370"/>
              <a:gd name="connsiteY2" fmla="*/ 2204007 h 2204007"/>
              <a:gd name="connsiteX3" fmla="*/ 55380 w 9288370"/>
              <a:gd name="connsiteY3" fmla="*/ 2179933 h 2204007"/>
              <a:gd name="connsiteX4" fmla="*/ 106098 w 9288370"/>
              <a:gd name="connsiteY4" fmla="*/ 2166836 h 2204007"/>
              <a:gd name="connsiteX5" fmla="*/ 370723 w 9288370"/>
              <a:gd name="connsiteY5" fmla="*/ 2091775 h 2204007"/>
              <a:gd name="connsiteX6" fmla="*/ 461604 w 9288370"/>
              <a:gd name="connsiteY6" fmla="*/ 2051896 h 2204007"/>
              <a:gd name="connsiteX7" fmla="*/ 671860 w 9288370"/>
              <a:gd name="connsiteY7" fmla="*/ 2042034 h 2204007"/>
              <a:gd name="connsiteX8" fmla="*/ 859506 w 9288370"/>
              <a:gd name="connsiteY8" fmla="*/ 1995536 h 2204007"/>
              <a:gd name="connsiteX9" fmla="*/ 1056432 w 9288370"/>
              <a:gd name="connsiteY9" fmla="*/ 1944748 h 2204007"/>
              <a:gd name="connsiteX10" fmla="*/ 1336276 w 9288370"/>
              <a:gd name="connsiteY10" fmla="*/ 1794705 h 2204007"/>
              <a:gd name="connsiteX11" fmla="*/ 1700002 w 9288370"/>
              <a:gd name="connsiteY11" fmla="*/ 1672878 h 2204007"/>
              <a:gd name="connsiteX12" fmla="*/ 1925247 w 9288370"/>
              <a:gd name="connsiteY12" fmla="*/ 1610325 h 2204007"/>
              <a:gd name="connsiteX13" fmla="*/ 2056727 w 9288370"/>
              <a:gd name="connsiteY13" fmla="*/ 1563229 h 2204007"/>
              <a:gd name="connsiteX14" fmla="*/ 2281913 w 9288370"/>
              <a:gd name="connsiteY14" fmla="*/ 1504249 h 2204007"/>
              <a:gd name="connsiteX15" fmla="*/ 2402058 w 9288370"/>
              <a:gd name="connsiteY15" fmla="*/ 1422130 h 2204007"/>
              <a:gd name="connsiteX16" fmla="*/ 2522221 w 9288370"/>
              <a:gd name="connsiteY16" fmla="*/ 1357875 h 2204007"/>
              <a:gd name="connsiteX17" fmla="*/ 2689698 w 9288370"/>
              <a:gd name="connsiteY17" fmla="*/ 1301945 h 2204007"/>
              <a:gd name="connsiteX18" fmla="*/ 3001703 w 9288370"/>
              <a:gd name="connsiteY18" fmla="*/ 1237926 h 2204007"/>
              <a:gd name="connsiteX19" fmla="*/ 3437947 w 9288370"/>
              <a:gd name="connsiteY19" fmla="*/ 1089882 h 2204007"/>
              <a:gd name="connsiteX20" fmla="*/ 4209051 w 9288370"/>
              <a:gd name="connsiteY20" fmla="*/ 1089882 h 2204007"/>
              <a:gd name="connsiteX21" fmla="*/ 7197317 w 9288370"/>
              <a:gd name="connsiteY21" fmla="*/ 654437 h 2204007"/>
              <a:gd name="connsiteX22" fmla="*/ 8203042 w 9288370"/>
              <a:gd name="connsiteY22" fmla="*/ 355731 h 2204007"/>
              <a:gd name="connsiteX23" fmla="*/ 8682888 w 9288370"/>
              <a:gd name="connsiteY23" fmla="*/ 156104 h 2204007"/>
              <a:gd name="connsiteX24" fmla="*/ 8943475 w 9288370"/>
              <a:gd name="connsiteY24" fmla="*/ 127810 h 2204007"/>
              <a:gd name="connsiteX25" fmla="*/ 9142920 w 9288370"/>
              <a:gd name="connsiteY25" fmla="*/ 58582 h 2204007"/>
              <a:gd name="connsiteX26" fmla="*/ 9285549 w 9288370"/>
              <a:gd name="connsiteY26" fmla="*/ 1799 h 2204007"/>
              <a:gd name="connsiteX0" fmla="*/ 9285549 w 9288370"/>
              <a:gd name="connsiteY0" fmla="*/ 1799 h 2204007"/>
              <a:gd name="connsiteX1" fmla="*/ 9288370 w 9288370"/>
              <a:gd name="connsiteY1" fmla="*/ 2204007 h 2204007"/>
              <a:gd name="connsiteX2" fmla="*/ 0 w 9288370"/>
              <a:gd name="connsiteY2" fmla="*/ 2204007 h 2204007"/>
              <a:gd name="connsiteX3" fmla="*/ 55380 w 9288370"/>
              <a:gd name="connsiteY3" fmla="*/ 2179933 h 2204007"/>
              <a:gd name="connsiteX4" fmla="*/ 106098 w 9288370"/>
              <a:gd name="connsiteY4" fmla="*/ 2166836 h 2204007"/>
              <a:gd name="connsiteX5" fmla="*/ 370723 w 9288370"/>
              <a:gd name="connsiteY5" fmla="*/ 2091775 h 2204007"/>
              <a:gd name="connsiteX6" fmla="*/ 461604 w 9288370"/>
              <a:gd name="connsiteY6" fmla="*/ 2051896 h 2204007"/>
              <a:gd name="connsiteX7" fmla="*/ 671860 w 9288370"/>
              <a:gd name="connsiteY7" fmla="*/ 2042034 h 2204007"/>
              <a:gd name="connsiteX8" fmla="*/ 859506 w 9288370"/>
              <a:gd name="connsiteY8" fmla="*/ 1995536 h 2204007"/>
              <a:gd name="connsiteX9" fmla="*/ 1056432 w 9288370"/>
              <a:gd name="connsiteY9" fmla="*/ 1944748 h 2204007"/>
              <a:gd name="connsiteX10" fmla="*/ 1336276 w 9288370"/>
              <a:gd name="connsiteY10" fmla="*/ 1794705 h 2204007"/>
              <a:gd name="connsiteX11" fmla="*/ 1700002 w 9288370"/>
              <a:gd name="connsiteY11" fmla="*/ 1672878 h 2204007"/>
              <a:gd name="connsiteX12" fmla="*/ 1925247 w 9288370"/>
              <a:gd name="connsiteY12" fmla="*/ 1610325 h 2204007"/>
              <a:gd name="connsiteX13" fmla="*/ 2056727 w 9288370"/>
              <a:gd name="connsiteY13" fmla="*/ 1563229 h 2204007"/>
              <a:gd name="connsiteX14" fmla="*/ 2281913 w 9288370"/>
              <a:gd name="connsiteY14" fmla="*/ 1504249 h 2204007"/>
              <a:gd name="connsiteX15" fmla="*/ 2402058 w 9288370"/>
              <a:gd name="connsiteY15" fmla="*/ 1422130 h 2204007"/>
              <a:gd name="connsiteX16" fmla="*/ 2522221 w 9288370"/>
              <a:gd name="connsiteY16" fmla="*/ 1357875 h 2204007"/>
              <a:gd name="connsiteX17" fmla="*/ 2689698 w 9288370"/>
              <a:gd name="connsiteY17" fmla="*/ 1301945 h 2204007"/>
              <a:gd name="connsiteX18" fmla="*/ 3001703 w 9288370"/>
              <a:gd name="connsiteY18" fmla="*/ 1237926 h 2204007"/>
              <a:gd name="connsiteX19" fmla="*/ 3437947 w 9288370"/>
              <a:gd name="connsiteY19" fmla="*/ 1089882 h 2204007"/>
              <a:gd name="connsiteX20" fmla="*/ 4209051 w 9288370"/>
              <a:gd name="connsiteY20" fmla="*/ 1089882 h 2204007"/>
              <a:gd name="connsiteX21" fmla="*/ 7197317 w 9288370"/>
              <a:gd name="connsiteY21" fmla="*/ 654437 h 2204007"/>
              <a:gd name="connsiteX22" fmla="*/ 8203042 w 9288370"/>
              <a:gd name="connsiteY22" fmla="*/ 355731 h 2204007"/>
              <a:gd name="connsiteX23" fmla="*/ 8682888 w 9288370"/>
              <a:gd name="connsiteY23" fmla="*/ 156104 h 2204007"/>
              <a:gd name="connsiteX24" fmla="*/ 8943475 w 9288370"/>
              <a:gd name="connsiteY24" fmla="*/ 127810 h 2204007"/>
              <a:gd name="connsiteX25" fmla="*/ 9142920 w 9288370"/>
              <a:gd name="connsiteY25" fmla="*/ 58582 h 2204007"/>
              <a:gd name="connsiteX26" fmla="*/ 9285549 w 9288370"/>
              <a:gd name="connsiteY26" fmla="*/ 1799 h 2204007"/>
              <a:gd name="connsiteX0" fmla="*/ 9285549 w 9288370"/>
              <a:gd name="connsiteY0" fmla="*/ 859 h 2203067"/>
              <a:gd name="connsiteX1" fmla="*/ 9288370 w 9288370"/>
              <a:gd name="connsiteY1" fmla="*/ 2203067 h 2203067"/>
              <a:gd name="connsiteX2" fmla="*/ 0 w 9288370"/>
              <a:gd name="connsiteY2" fmla="*/ 2203067 h 2203067"/>
              <a:gd name="connsiteX3" fmla="*/ 55380 w 9288370"/>
              <a:gd name="connsiteY3" fmla="*/ 2178993 h 2203067"/>
              <a:gd name="connsiteX4" fmla="*/ 106098 w 9288370"/>
              <a:gd name="connsiteY4" fmla="*/ 2165896 h 2203067"/>
              <a:gd name="connsiteX5" fmla="*/ 370723 w 9288370"/>
              <a:gd name="connsiteY5" fmla="*/ 2090835 h 2203067"/>
              <a:gd name="connsiteX6" fmla="*/ 461604 w 9288370"/>
              <a:gd name="connsiteY6" fmla="*/ 2050956 h 2203067"/>
              <a:gd name="connsiteX7" fmla="*/ 671860 w 9288370"/>
              <a:gd name="connsiteY7" fmla="*/ 2041094 h 2203067"/>
              <a:gd name="connsiteX8" fmla="*/ 859506 w 9288370"/>
              <a:gd name="connsiteY8" fmla="*/ 1994596 h 2203067"/>
              <a:gd name="connsiteX9" fmla="*/ 1056432 w 9288370"/>
              <a:gd name="connsiteY9" fmla="*/ 1943808 h 2203067"/>
              <a:gd name="connsiteX10" fmla="*/ 1336276 w 9288370"/>
              <a:gd name="connsiteY10" fmla="*/ 1793765 h 2203067"/>
              <a:gd name="connsiteX11" fmla="*/ 1700002 w 9288370"/>
              <a:gd name="connsiteY11" fmla="*/ 1671938 h 2203067"/>
              <a:gd name="connsiteX12" fmla="*/ 1925247 w 9288370"/>
              <a:gd name="connsiteY12" fmla="*/ 1609385 h 2203067"/>
              <a:gd name="connsiteX13" fmla="*/ 2056727 w 9288370"/>
              <a:gd name="connsiteY13" fmla="*/ 1562289 h 2203067"/>
              <a:gd name="connsiteX14" fmla="*/ 2281913 w 9288370"/>
              <a:gd name="connsiteY14" fmla="*/ 1503309 h 2203067"/>
              <a:gd name="connsiteX15" fmla="*/ 2402058 w 9288370"/>
              <a:gd name="connsiteY15" fmla="*/ 1421190 h 2203067"/>
              <a:gd name="connsiteX16" fmla="*/ 2522221 w 9288370"/>
              <a:gd name="connsiteY16" fmla="*/ 1356935 h 2203067"/>
              <a:gd name="connsiteX17" fmla="*/ 2689698 w 9288370"/>
              <a:gd name="connsiteY17" fmla="*/ 1301005 h 2203067"/>
              <a:gd name="connsiteX18" fmla="*/ 3001703 w 9288370"/>
              <a:gd name="connsiteY18" fmla="*/ 1236986 h 2203067"/>
              <a:gd name="connsiteX19" fmla="*/ 3437947 w 9288370"/>
              <a:gd name="connsiteY19" fmla="*/ 1088942 h 2203067"/>
              <a:gd name="connsiteX20" fmla="*/ 4209051 w 9288370"/>
              <a:gd name="connsiteY20" fmla="*/ 1088942 h 2203067"/>
              <a:gd name="connsiteX21" fmla="*/ 7197317 w 9288370"/>
              <a:gd name="connsiteY21" fmla="*/ 653497 h 2203067"/>
              <a:gd name="connsiteX22" fmla="*/ 8203042 w 9288370"/>
              <a:gd name="connsiteY22" fmla="*/ 354791 h 2203067"/>
              <a:gd name="connsiteX23" fmla="*/ 8682888 w 9288370"/>
              <a:gd name="connsiteY23" fmla="*/ 155164 h 2203067"/>
              <a:gd name="connsiteX24" fmla="*/ 8943475 w 9288370"/>
              <a:gd name="connsiteY24" fmla="*/ 126870 h 2203067"/>
              <a:gd name="connsiteX25" fmla="*/ 9142920 w 9288370"/>
              <a:gd name="connsiteY25" fmla="*/ 57642 h 2203067"/>
              <a:gd name="connsiteX26" fmla="*/ 9285549 w 9288370"/>
              <a:gd name="connsiteY26" fmla="*/ 859 h 220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288370" h="2203067">
                <a:moveTo>
                  <a:pt x="9285549" y="859"/>
                </a:moveTo>
                <a:cubicBezTo>
                  <a:pt x="9288065" y="743433"/>
                  <a:pt x="9285854" y="1460493"/>
                  <a:pt x="9288370" y="2203067"/>
                </a:cubicBezTo>
                <a:lnTo>
                  <a:pt x="0" y="2203067"/>
                </a:lnTo>
                <a:lnTo>
                  <a:pt x="55380" y="2178993"/>
                </a:lnTo>
                <a:cubicBezTo>
                  <a:pt x="73723" y="2172204"/>
                  <a:pt x="91063" y="2167343"/>
                  <a:pt x="106098" y="2165896"/>
                </a:cubicBezTo>
                <a:cubicBezTo>
                  <a:pt x="218614" y="2113687"/>
                  <a:pt x="311471" y="2109992"/>
                  <a:pt x="370723" y="2090835"/>
                </a:cubicBezTo>
                <a:lnTo>
                  <a:pt x="461604" y="2050956"/>
                </a:lnTo>
                <a:cubicBezTo>
                  <a:pt x="511794" y="2042666"/>
                  <a:pt x="630174" y="2045052"/>
                  <a:pt x="671860" y="2041094"/>
                </a:cubicBezTo>
                <a:cubicBezTo>
                  <a:pt x="831551" y="2029819"/>
                  <a:pt x="796957" y="2010095"/>
                  <a:pt x="859506" y="1994596"/>
                </a:cubicBezTo>
                <a:cubicBezTo>
                  <a:pt x="925148" y="1977667"/>
                  <a:pt x="982441" y="1946437"/>
                  <a:pt x="1056432" y="1943808"/>
                </a:cubicBezTo>
                <a:cubicBezTo>
                  <a:pt x="1141460" y="1949662"/>
                  <a:pt x="1229014" y="1839077"/>
                  <a:pt x="1336276" y="1793765"/>
                </a:cubicBezTo>
                <a:cubicBezTo>
                  <a:pt x="1443537" y="1748453"/>
                  <a:pt x="1618734" y="1681551"/>
                  <a:pt x="1700002" y="1671938"/>
                </a:cubicBezTo>
                <a:cubicBezTo>
                  <a:pt x="1770796" y="1652622"/>
                  <a:pt x="1886491" y="1607508"/>
                  <a:pt x="1925247" y="1609385"/>
                </a:cubicBezTo>
                <a:cubicBezTo>
                  <a:pt x="1979773" y="1591110"/>
                  <a:pt x="1997283" y="1579968"/>
                  <a:pt x="2056727" y="1562289"/>
                </a:cubicBezTo>
                <a:cubicBezTo>
                  <a:pt x="2118428" y="1524336"/>
                  <a:pt x="2272492" y="1514307"/>
                  <a:pt x="2281913" y="1503309"/>
                </a:cubicBezTo>
                <a:cubicBezTo>
                  <a:pt x="2313559" y="1509407"/>
                  <a:pt x="2384024" y="1432152"/>
                  <a:pt x="2402058" y="1421190"/>
                </a:cubicBezTo>
                <a:cubicBezTo>
                  <a:pt x="2444082" y="1402817"/>
                  <a:pt x="2459748" y="1386764"/>
                  <a:pt x="2522221" y="1356935"/>
                </a:cubicBezTo>
                <a:cubicBezTo>
                  <a:pt x="2583351" y="1338655"/>
                  <a:pt x="2592153" y="1324759"/>
                  <a:pt x="2689698" y="1301005"/>
                </a:cubicBezTo>
                <a:cubicBezTo>
                  <a:pt x="2846360" y="1290467"/>
                  <a:pt x="2933220" y="1259857"/>
                  <a:pt x="3001703" y="1236986"/>
                </a:cubicBezTo>
                <a:lnTo>
                  <a:pt x="3437947" y="1088942"/>
                </a:lnTo>
                <a:lnTo>
                  <a:pt x="4209051" y="1088942"/>
                </a:lnTo>
                <a:lnTo>
                  <a:pt x="7197317" y="653497"/>
                </a:lnTo>
                <a:lnTo>
                  <a:pt x="8203042" y="354791"/>
                </a:lnTo>
                <a:cubicBezTo>
                  <a:pt x="8405521" y="58626"/>
                  <a:pt x="8461507" y="221706"/>
                  <a:pt x="8682888" y="155164"/>
                </a:cubicBezTo>
                <a:cubicBezTo>
                  <a:pt x="8730870" y="183830"/>
                  <a:pt x="8822250" y="173420"/>
                  <a:pt x="8943475" y="126870"/>
                </a:cubicBezTo>
                <a:cubicBezTo>
                  <a:pt x="9095367" y="26013"/>
                  <a:pt x="9069294" y="84165"/>
                  <a:pt x="9142920" y="57642"/>
                </a:cubicBezTo>
                <a:cubicBezTo>
                  <a:pt x="9206215" y="62810"/>
                  <a:pt x="9198626" y="-8563"/>
                  <a:pt x="9285549" y="859"/>
                </a:cubicBez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DC864E-A348-4E87-AE2E-1861FE991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46" y="441736"/>
            <a:ext cx="10792612" cy="5426887"/>
          </a:xfrm>
          <a:prstGeom prst="rect">
            <a:avLst/>
          </a:prstGeom>
          <a:solidFill>
            <a:srgbClr val="EFEEE9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B42EA8D-47D0-4305-A5B1-0BD484F3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496109" y="-2127221"/>
            <a:ext cx="5199782" cy="10540945"/>
          </a:xfrm>
          <a:custGeom>
            <a:avLst/>
            <a:gdLst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6 w 4123786"/>
              <a:gd name="connsiteY30" fmla="*/ 7596066 h 10695515"/>
              <a:gd name="connsiteX31" fmla="*/ 4123785 w 4123786"/>
              <a:gd name="connsiteY31" fmla="*/ 7596068 h 10695515"/>
              <a:gd name="connsiteX32" fmla="*/ 4123785 w 4123786"/>
              <a:gd name="connsiteY32" fmla="*/ 7916119 h 10695515"/>
              <a:gd name="connsiteX33" fmla="*/ 4123785 w 4123786"/>
              <a:gd name="connsiteY33" fmla="*/ 10239915 h 10695515"/>
              <a:gd name="connsiteX34" fmla="*/ 4123785 w 4123786"/>
              <a:gd name="connsiteY34" fmla="*/ 10662081 h 10695515"/>
              <a:gd name="connsiteX35" fmla="*/ 4090258 w 4123786"/>
              <a:gd name="connsiteY35" fmla="*/ 10695514 h 10695515"/>
              <a:gd name="connsiteX36" fmla="*/ 4072751 w 4123786"/>
              <a:gd name="connsiteY36" fmla="*/ 10695514 h 10695515"/>
              <a:gd name="connsiteX37" fmla="*/ 4072751 w 4123786"/>
              <a:gd name="connsiteY37" fmla="*/ 10695515 h 10695515"/>
              <a:gd name="connsiteX38" fmla="*/ 3145747 w 4123786"/>
              <a:gd name="connsiteY38" fmla="*/ 10695515 h 10695515"/>
              <a:gd name="connsiteX39" fmla="*/ 2810340 w 4123786"/>
              <a:gd name="connsiteY39" fmla="*/ 10695515 h 10695515"/>
              <a:gd name="connsiteX40" fmla="*/ 68003 w 4123786"/>
              <a:gd name="connsiteY40" fmla="*/ 10695515 h 10695515"/>
              <a:gd name="connsiteX41" fmla="*/ 30530 w 4123786"/>
              <a:gd name="connsiteY41" fmla="*/ 10659953 h 10695515"/>
              <a:gd name="connsiteX42" fmla="*/ 30530 w 4123786"/>
              <a:gd name="connsiteY42" fmla="*/ 9043781 h 10695515"/>
              <a:gd name="connsiteX43" fmla="*/ 19986 w 4123786"/>
              <a:gd name="connsiteY43" fmla="*/ 8991028 h 10695515"/>
              <a:gd name="connsiteX44" fmla="*/ 30530 w 4123786"/>
              <a:gd name="connsiteY44" fmla="*/ 8936768 h 10695515"/>
              <a:gd name="connsiteX45" fmla="*/ 30530 w 4123786"/>
              <a:gd name="connsiteY45" fmla="*/ 8213677 h 10695515"/>
              <a:gd name="connsiteX46" fmla="*/ 30530 w 4123786"/>
              <a:gd name="connsiteY46" fmla="*/ 8117697 h 10695515"/>
              <a:gd name="connsiteX47" fmla="*/ 19292 w 4123786"/>
              <a:gd name="connsiteY47" fmla="*/ 8064088 h 10695515"/>
              <a:gd name="connsiteX48" fmla="*/ 6414 w 4123786"/>
              <a:gd name="connsiteY48" fmla="*/ 8009276 h 10695515"/>
              <a:gd name="connsiteX49" fmla="*/ 862 w 4123786"/>
              <a:gd name="connsiteY49" fmla="*/ 7956458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6 w 4123786"/>
              <a:gd name="connsiteY30" fmla="*/ 7596066 h 10695515"/>
              <a:gd name="connsiteX31" fmla="*/ 4123785 w 4123786"/>
              <a:gd name="connsiteY31" fmla="*/ 7596068 h 10695515"/>
              <a:gd name="connsiteX32" fmla="*/ 4123785 w 4123786"/>
              <a:gd name="connsiteY32" fmla="*/ 7916119 h 10695515"/>
              <a:gd name="connsiteX33" fmla="*/ 4123785 w 4123786"/>
              <a:gd name="connsiteY33" fmla="*/ 10239915 h 10695515"/>
              <a:gd name="connsiteX34" fmla="*/ 4123785 w 4123786"/>
              <a:gd name="connsiteY34" fmla="*/ 10662081 h 10695515"/>
              <a:gd name="connsiteX35" fmla="*/ 4090258 w 4123786"/>
              <a:gd name="connsiteY35" fmla="*/ 10695514 h 10695515"/>
              <a:gd name="connsiteX36" fmla="*/ 4072751 w 4123786"/>
              <a:gd name="connsiteY36" fmla="*/ 10695514 h 10695515"/>
              <a:gd name="connsiteX37" fmla="*/ 4072751 w 4123786"/>
              <a:gd name="connsiteY37" fmla="*/ 10695515 h 10695515"/>
              <a:gd name="connsiteX38" fmla="*/ 3145747 w 4123786"/>
              <a:gd name="connsiteY38" fmla="*/ 10695515 h 10695515"/>
              <a:gd name="connsiteX39" fmla="*/ 68003 w 4123786"/>
              <a:gd name="connsiteY39" fmla="*/ 10695515 h 10695515"/>
              <a:gd name="connsiteX40" fmla="*/ 30530 w 4123786"/>
              <a:gd name="connsiteY40" fmla="*/ 10659953 h 10695515"/>
              <a:gd name="connsiteX41" fmla="*/ 30530 w 4123786"/>
              <a:gd name="connsiteY41" fmla="*/ 9043781 h 10695515"/>
              <a:gd name="connsiteX42" fmla="*/ 19986 w 4123786"/>
              <a:gd name="connsiteY42" fmla="*/ 8991028 h 10695515"/>
              <a:gd name="connsiteX43" fmla="*/ 30530 w 4123786"/>
              <a:gd name="connsiteY43" fmla="*/ 8936768 h 10695515"/>
              <a:gd name="connsiteX44" fmla="*/ 30530 w 4123786"/>
              <a:gd name="connsiteY44" fmla="*/ 8213677 h 10695515"/>
              <a:gd name="connsiteX45" fmla="*/ 30530 w 4123786"/>
              <a:gd name="connsiteY45" fmla="*/ 8117697 h 10695515"/>
              <a:gd name="connsiteX46" fmla="*/ 19292 w 4123786"/>
              <a:gd name="connsiteY46" fmla="*/ 8064088 h 10695515"/>
              <a:gd name="connsiteX47" fmla="*/ 6414 w 4123786"/>
              <a:gd name="connsiteY47" fmla="*/ 8009276 h 10695515"/>
              <a:gd name="connsiteX48" fmla="*/ 862 w 4123786"/>
              <a:gd name="connsiteY48" fmla="*/ 7956458 h 10695515"/>
              <a:gd name="connsiteX49" fmla="*/ 0 w 4123786"/>
              <a:gd name="connsiteY49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6 w 4123786"/>
              <a:gd name="connsiteY30" fmla="*/ 7596066 h 10695515"/>
              <a:gd name="connsiteX31" fmla="*/ 4123785 w 4123786"/>
              <a:gd name="connsiteY31" fmla="*/ 7916119 h 10695515"/>
              <a:gd name="connsiteX32" fmla="*/ 4123785 w 4123786"/>
              <a:gd name="connsiteY32" fmla="*/ 10239915 h 10695515"/>
              <a:gd name="connsiteX33" fmla="*/ 4123785 w 4123786"/>
              <a:gd name="connsiteY33" fmla="*/ 10662081 h 10695515"/>
              <a:gd name="connsiteX34" fmla="*/ 4090258 w 4123786"/>
              <a:gd name="connsiteY34" fmla="*/ 10695514 h 10695515"/>
              <a:gd name="connsiteX35" fmla="*/ 4072751 w 4123786"/>
              <a:gd name="connsiteY35" fmla="*/ 10695514 h 10695515"/>
              <a:gd name="connsiteX36" fmla="*/ 4072751 w 4123786"/>
              <a:gd name="connsiteY36" fmla="*/ 10695515 h 10695515"/>
              <a:gd name="connsiteX37" fmla="*/ 3145747 w 4123786"/>
              <a:gd name="connsiteY37" fmla="*/ 10695515 h 10695515"/>
              <a:gd name="connsiteX38" fmla="*/ 68003 w 4123786"/>
              <a:gd name="connsiteY38" fmla="*/ 10695515 h 10695515"/>
              <a:gd name="connsiteX39" fmla="*/ 30530 w 4123786"/>
              <a:gd name="connsiteY39" fmla="*/ 10659953 h 10695515"/>
              <a:gd name="connsiteX40" fmla="*/ 30530 w 4123786"/>
              <a:gd name="connsiteY40" fmla="*/ 9043781 h 10695515"/>
              <a:gd name="connsiteX41" fmla="*/ 19986 w 4123786"/>
              <a:gd name="connsiteY41" fmla="*/ 8991028 h 10695515"/>
              <a:gd name="connsiteX42" fmla="*/ 30530 w 4123786"/>
              <a:gd name="connsiteY42" fmla="*/ 8936768 h 10695515"/>
              <a:gd name="connsiteX43" fmla="*/ 30530 w 4123786"/>
              <a:gd name="connsiteY43" fmla="*/ 8213677 h 10695515"/>
              <a:gd name="connsiteX44" fmla="*/ 30530 w 4123786"/>
              <a:gd name="connsiteY44" fmla="*/ 8117697 h 10695515"/>
              <a:gd name="connsiteX45" fmla="*/ 19292 w 4123786"/>
              <a:gd name="connsiteY45" fmla="*/ 8064088 h 10695515"/>
              <a:gd name="connsiteX46" fmla="*/ 6414 w 4123786"/>
              <a:gd name="connsiteY46" fmla="*/ 8009276 h 10695515"/>
              <a:gd name="connsiteX47" fmla="*/ 862 w 4123786"/>
              <a:gd name="connsiteY47" fmla="*/ 7956458 h 10695515"/>
              <a:gd name="connsiteX48" fmla="*/ 0 w 4123786"/>
              <a:gd name="connsiteY48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5 w 4123786"/>
              <a:gd name="connsiteY30" fmla="*/ 7916119 h 10695515"/>
              <a:gd name="connsiteX31" fmla="*/ 4123785 w 4123786"/>
              <a:gd name="connsiteY31" fmla="*/ 10239915 h 10695515"/>
              <a:gd name="connsiteX32" fmla="*/ 4123785 w 4123786"/>
              <a:gd name="connsiteY32" fmla="*/ 10662081 h 10695515"/>
              <a:gd name="connsiteX33" fmla="*/ 4090258 w 4123786"/>
              <a:gd name="connsiteY33" fmla="*/ 10695514 h 10695515"/>
              <a:gd name="connsiteX34" fmla="*/ 4072751 w 4123786"/>
              <a:gd name="connsiteY34" fmla="*/ 10695514 h 10695515"/>
              <a:gd name="connsiteX35" fmla="*/ 4072751 w 4123786"/>
              <a:gd name="connsiteY35" fmla="*/ 10695515 h 10695515"/>
              <a:gd name="connsiteX36" fmla="*/ 3145747 w 4123786"/>
              <a:gd name="connsiteY36" fmla="*/ 10695515 h 10695515"/>
              <a:gd name="connsiteX37" fmla="*/ 68003 w 4123786"/>
              <a:gd name="connsiteY37" fmla="*/ 10695515 h 10695515"/>
              <a:gd name="connsiteX38" fmla="*/ 30530 w 4123786"/>
              <a:gd name="connsiteY38" fmla="*/ 10659953 h 10695515"/>
              <a:gd name="connsiteX39" fmla="*/ 30530 w 4123786"/>
              <a:gd name="connsiteY39" fmla="*/ 9043781 h 10695515"/>
              <a:gd name="connsiteX40" fmla="*/ 19986 w 4123786"/>
              <a:gd name="connsiteY40" fmla="*/ 8991028 h 10695515"/>
              <a:gd name="connsiteX41" fmla="*/ 30530 w 4123786"/>
              <a:gd name="connsiteY41" fmla="*/ 8936768 h 10695515"/>
              <a:gd name="connsiteX42" fmla="*/ 30530 w 4123786"/>
              <a:gd name="connsiteY42" fmla="*/ 8213677 h 10695515"/>
              <a:gd name="connsiteX43" fmla="*/ 30530 w 4123786"/>
              <a:gd name="connsiteY43" fmla="*/ 8117697 h 10695515"/>
              <a:gd name="connsiteX44" fmla="*/ 19292 w 4123786"/>
              <a:gd name="connsiteY44" fmla="*/ 8064088 h 10695515"/>
              <a:gd name="connsiteX45" fmla="*/ 6414 w 4123786"/>
              <a:gd name="connsiteY45" fmla="*/ 8009276 h 10695515"/>
              <a:gd name="connsiteX46" fmla="*/ 862 w 4123786"/>
              <a:gd name="connsiteY46" fmla="*/ 7956458 h 10695515"/>
              <a:gd name="connsiteX47" fmla="*/ 0 w 4123786"/>
              <a:gd name="connsiteY47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5 w 4123786"/>
              <a:gd name="connsiteY30" fmla="*/ 10239915 h 10695515"/>
              <a:gd name="connsiteX31" fmla="*/ 4123785 w 4123786"/>
              <a:gd name="connsiteY31" fmla="*/ 10662081 h 10695515"/>
              <a:gd name="connsiteX32" fmla="*/ 4090258 w 4123786"/>
              <a:gd name="connsiteY32" fmla="*/ 10695514 h 10695515"/>
              <a:gd name="connsiteX33" fmla="*/ 4072751 w 4123786"/>
              <a:gd name="connsiteY33" fmla="*/ 10695514 h 10695515"/>
              <a:gd name="connsiteX34" fmla="*/ 4072751 w 4123786"/>
              <a:gd name="connsiteY34" fmla="*/ 10695515 h 10695515"/>
              <a:gd name="connsiteX35" fmla="*/ 3145747 w 4123786"/>
              <a:gd name="connsiteY35" fmla="*/ 10695515 h 10695515"/>
              <a:gd name="connsiteX36" fmla="*/ 68003 w 4123786"/>
              <a:gd name="connsiteY36" fmla="*/ 10695515 h 10695515"/>
              <a:gd name="connsiteX37" fmla="*/ 30530 w 4123786"/>
              <a:gd name="connsiteY37" fmla="*/ 10659953 h 10695515"/>
              <a:gd name="connsiteX38" fmla="*/ 30530 w 4123786"/>
              <a:gd name="connsiteY38" fmla="*/ 9043781 h 10695515"/>
              <a:gd name="connsiteX39" fmla="*/ 19986 w 4123786"/>
              <a:gd name="connsiteY39" fmla="*/ 8991028 h 10695515"/>
              <a:gd name="connsiteX40" fmla="*/ 30530 w 4123786"/>
              <a:gd name="connsiteY40" fmla="*/ 8936768 h 10695515"/>
              <a:gd name="connsiteX41" fmla="*/ 30530 w 4123786"/>
              <a:gd name="connsiteY41" fmla="*/ 8213677 h 10695515"/>
              <a:gd name="connsiteX42" fmla="*/ 30530 w 4123786"/>
              <a:gd name="connsiteY42" fmla="*/ 8117697 h 10695515"/>
              <a:gd name="connsiteX43" fmla="*/ 19292 w 4123786"/>
              <a:gd name="connsiteY43" fmla="*/ 8064088 h 10695515"/>
              <a:gd name="connsiteX44" fmla="*/ 6414 w 4123786"/>
              <a:gd name="connsiteY44" fmla="*/ 8009276 h 10695515"/>
              <a:gd name="connsiteX45" fmla="*/ 862 w 4123786"/>
              <a:gd name="connsiteY45" fmla="*/ 7956458 h 10695515"/>
              <a:gd name="connsiteX46" fmla="*/ 0 w 4123786"/>
              <a:gd name="connsiteY46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5 w 4123786"/>
              <a:gd name="connsiteY29" fmla="*/ 10239915 h 10695515"/>
              <a:gd name="connsiteX30" fmla="*/ 4123785 w 4123786"/>
              <a:gd name="connsiteY30" fmla="*/ 10662081 h 10695515"/>
              <a:gd name="connsiteX31" fmla="*/ 4090258 w 4123786"/>
              <a:gd name="connsiteY31" fmla="*/ 10695514 h 10695515"/>
              <a:gd name="connsiteX32" fmla="*/ 4072751 w 4123786"/>
              <a:gd name="connsiteY32" fmla="*/ 10695514 h 10695515"/>
              <a:gd name="connsiteX33" fmla="*/ 4072751 w 4123786"/>
              <a:gd name="connsiteY33" fmla="*/ 10695515 h 10695515"/>
              <a:gd name="connsiteX34" fmla="*/ 3145747 w 4123786"/>
              <a:gd name="connsiteY34" fmla="*/ 10695515 h 10695515"/>
              <a:gd name="connsiteX35" fmla="*/ 68003 w 4123786"/>
              <a:gd name="connsiteY35" fmla="*/ 10695515 h 10695515"/>
              <a:gd name="connsiteX36" fmla="*/ 30530 w 4123786"/>
              <a:gd name="connsiteY36" fmla="*/ 10659953 h 10695515"/>
              <a:gd name="connsiteX37" fmla="*/ 30530 w 4123786"/>
              <a:gd name="connsiteY37" fmla="*/ 9043781 h 10695515"/>
              <a:gd name="connsiteX38" fmla="*/ 19986 w 4123786"/>
              <a:gd name="connsiteY38" fmla="*/ 8991028 h 10695515"/>
              <a:gd name="connsiteX39" fmla="*/ 30530 w 4123786"/>
              <a:gd name="connsiteY39" fmla="*/ 8936768 h 10695515"/>
              <a:gd name="connsiteX40" fmla="*/ 30530 w 4123786"/>
              <a:gd name="connsiteY40" fmla="*/ 8213677 h 10695515"/>
              <a:gd name="connsiteX41" fmla="*/ 30530 w 4123786"/>
              <a:gd name="connsiteY41" fmla="*/ 8117697 h 10695515"/>
              <a:gd name="connsiteX42" fmla="*/ 19292 w 4123786"/>
              <a:gd name="connsiteY42" fmla="*/ 8064088 h 10695515"/>
              <a:gd name="connsiteX43" fmla="*/ 6414 w 4123786"/>
              <a:gd name="connsiteY43" fmla="*/ 8009276 h 10695515"/>
              <a:gd name="connsiteX44" fmla="*/ 862 w 4123786"/>
              <a:gd name="connsiteY44" fmla="*/ 7956458 h 10695515"/>
              <a:gd name="connsiteX45" fmla="*/ 0 w 4123786"/>
              <a:gd name="connsiteY45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5 w 4123786"/>
              <a:gd name="connsiteY29" fmla="*/ 10239915 h 10695515"/>
              <a:gd name="connsiteX30" fmla="*/ 4123785 w 4123786"/>
              <a:gd name="connsiteY30" fmla="*/ 10662081 h 10695515"/>
              <a:gd name="connsiteX31" fmla="*/ 4090258 w 4123786"/>
              <a:gd name="connsiteY31" fmla="*/ 10695514 h 10695515"/>
              <a:gd name="connsiteX32" fmla="*/ 4072751 w 4123786"/>
              <a:gd name="connsiteY32" fmla="*/ 10695514 h 10695515"/>
              <a:gd name="connsiteX33" fmla="*/ 4072751 w 4123786"/>
              <a:gd name="connsiteY33" fmla="*/ 10695515 h 10695515"/>
              <a:gd name="connsiteX34" fmla="*/ 68003 w 4123786"/>
              <a:gd name="connsiteY34" fmla="*/ 10695515 h 10695515"/>
              <a:gd name="connsiteX35" fmla="*/ 30530 w 4123786"/>
              <a:gd name="connsiteY35" fmla="*/ 10659953 h 10695515"/>
              <a:gd name="connsiteX36" fmla="*/ 30530 w 4123786"/>
              <a:gd name="connsiteY36" fmla="*/ 9043781 h 10695515"/>
              <a:gd name="connsiteX37" fmla="*/ 19986 w 4123786"/>
              <a:gd name="connsiteY37" fmla="*/ 8991028 h 10695515"/>
              <a:gd name="connsiteX38" fmla="*/ 30530 w 4123786"/>
              <a:gd name="connsiteY38" fmla="*/ 8936768 h 10695515"/>
              <a:gd name="connsiteX39" fmla="*/ 30530 w 4123786"/>
              <a:gd name="connsiteY39" fmla="*/ 8213677 h 10695515"/>
              <a:gd name="connsiteX40" fmla="*/ 30530 w 4123786"/>
              <a:gd name="connsiteY40" fmla="*/ 8117697 h 10695515"/>
              <a:gd name="connsiteX41" fmla="*/ 19292 w 4123786"/>
              <a:gd name="connsiteY41" fmla="*/ 8064088 h 10695515"/>
              <a:gd name="connsiteX42" fmla="*/ 6414 w 4123786"/>
              <a:gd name="connsiteY42" fmla="*/ 8009276 h 10695515"/>
              <a:gd name="connsiteX43" fmla="*/ 862 w 4123786"/>
              <a:gd name="connsiteY43" fmla="*/ 7956458 h 10695515"/>
              <a:gd name="connsiteX44" fmla="*/ 0 w 4123786"/>
              <a:gd name="connsiteY44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5 w 4123786"/>
              <a:gd name="connsiteY29" fmla="*/ 10662081 h 10695515"/>
              <a:gd name="connsiteX30" fmla="*/ 4090258 w 4123786"/>
              <a:gd name="connsiteY30" fmla="*/ 10695514 h 10695515"/>
              <a:gd name="connsiteX31" fmla="*/ 4072751 w 4123786"/>
              <a:gd name="connsiteY31" fmla="*/ 10695514 h 10695515"/>
              <a:gd name="connsiteX32" fmla="*/ 4072751 w 4123786"/>
              <a:gd name="connsiteY32" fmla="*/ 10695515 h 10695515"/>
              <a:gd name="connsiteX33" fmla="*/ 68003 w 4123786"/>
              <a:gd name="connsiteY33" fmla="*/ 10695515 h 10695515"/>
              <a:gd name="connsiteX34" fmla="*/ 30530 w 4123786"/>
              <a:gd name="connsiteY34" fmla="*/ 10659953 h 10695515"/>
              <a:gd name="connsiteX35" fmla="*/ 30530 w 4123786"/>
              <a:gd name="connsiteY35" fmla="*/ 9043781 h 10695515"/>
              <a:gd name="connsiteX36" fmla="*/ 19986 w 4123786"/>
              <a:gd name="connsiteY36" fmla="*/ 8991028 h 10695515"/>
              <a:gd name="connsiteX37" fmla="*/ 30530 w 4123786"/>
              <a:gd name="connsiteY37" fmla="*/ 8936768 h 10695515"/>
              <a:gd name="connsiteX38" fmla="*/ 30530 w 4123786"/>
              <a:gd name="connsiteY38" fmla="*/ 8213677 h 10695515"/>
              <a:gd name="connsiteX39" fmla="*/ 30530 w 4123786"/>
              <a:gd name="connsiteY39" fmla="*/ 8117697 h 10695515"/>
              <a:gd name="connsiteX40" fmla="*/ 19292 w 4123786"/>
              <a:gd name="connsiteY40" fmla="*/ 8064088 h 10695515"/>
              <a:gd name="connsiteX41" fmla="*/ 6414 w 4123786"/>
              <a:gd name="connsiteY41" fmla="*/ 8009276 h 10695515"/>
              <a:gd name="connsiteX42" fmla="*/ 862 w 4123786"/>
              <a:gd name="connsiteY42" fmla="*/ 7956458 h 10695515"/>
              <a:gd name="connsiteX43" fmla="*/ 0 w 4123786"/>
              <a:gd name="connsiteY43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090259 w 4123786"/>
              <a:gd name="connsiteY22" fmla="*/ 0 h 10695515"/>
              <a:gd name="connsiteX23" fmla="*/ 4123786 w 4123786"/>
              <a:gd name="connsiteY23" fmla="*/ 33528 h 10695515"/>
              <a:gd name="connsiteX24" fmla="*/ 4123786 w 4123786"/>
              <a:gd name="connsiteY24" fmla="*/ 2779490 h 10695515"/>
              <a:gd name="connsiteX25" fmla="*/ 4123785 w 4123786"/>
              <a:gd name="connsiteY25" fmla="*/ 2779492 h 10695515"/>
              <a:gd name="connsiteX26" fmla="*/ 4123785 w 4123786"/>
              <a:gd name="connsiteY26" fmla="*/ 3099544 h 10695515"/>
              <a:gd name="connsiteX27" fmla="*/ 4123785 w 4123786"/>
              <a:gd name="connsiteY27" fmla="*/ 4850102 h 10695515"/>
              <a:gd name="connsiteX28" fmla="*/ 4123785 w 4123786"/>
              <a:gd name="connsiteY28" fmla="*/ 10662081 h 10695515"/>
              <a:gd name="connsiteX29" fmla="*/ 4090258 w 4123786"/>
              <a:gd name="connsiteY29" fmla="*/ 10695514 h 10695515"/>
              <a:gd name="connsiteX30" fmla="*/ 4072751 w 4123786"/>
              <a:gd name="connsiteY30" fmla="*/ 10695514 h 10695515"/>
              <a:gd name="connsiteX31" fmla="*/ 4072751 w 4123786"/>
              <a:gd name="connsiteY31" fmla="*/ 10695515 h 10695515"/>
              <a:gd name="connsiteX32" fmla="*/ 68003 w 4123786"/>
              <a:gd name="connsiteY32" fmla="*/ 10695515 h 10695515"/>
              <a:gd name="connsiteX33" fmla="*/ 30530 w 4123786"/>
              <a:gd name="connsiteY33" fmla="*/ 10659953 h 10695515"/>
              <a:gd name="connsiteX34" fmla="*/ 30530 w 4123786"/>
              <a:gd name="connsiteY34" fmla="*/ 9043781 h 10695515"/>
              <a:gd name="connsiteX35" fmla="*/ 19986 w 4123786"/>
              <a:gd name="connsiteY35" fmla="*/ 8991028 h 10695515"/>
              <a:gd name="connsiteX36" fmla="*/ 30530 w 4123786"/>
              <a:gd name="connsiteY36" fmla="*/ 8936768 h 10695515"/>
              <a:gd name="connsiteX37" fmla="*/ 30530 w 4123786"/>
              <a:gd name="connsiteY37" fmla="*/ 8213677 h 10695515"/>
              <a:gd name="connsiteX38" fmla="*/ 30530 w 4123786"/>
              <a:gd name="connsiteY38" fmla="*/ 8117697 h 10695515"/>
              <a:gd name="connsiteX39" fmla="*/ 19292 w 4123786"/>
              <a:gd name="connsiteY39" fmla="*/ 8064088 h 10695515"/>
              <a:gd name="connsiteX40" fmla="*/ 6414 w 4123786"/>
              <a:gd name="connsiteY40" fmla="*/ 8009276 h 10695515"/>
              <a:gd name="connsiteX41" fmla="*/ 862 w 4123786"/>
              <a:gd name="connsiteY41" fmla="*/ 7956458 h 10695515"/>
              <a:gd name="connsiteX42" fmla="*/ 0 w 4123786"/>
              <a:gd name="connsiteY42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090259 w 4123786"/>
              <a:gd name="connsiteY21" fmla="*/ 0 h 10695515"/>
              <a:gd name="connsiteX22" fmla="*/ 4123786 w 4123786"/>
              <a:gd name="connsiteY22" fmla="*/ 33528 h 10695515"/>
              <a:gd name="connsiteX23" fmla="*/ 4123786 w 4123786"/>
              <a:gd name="connsiteY23" fmla="*/ 2779490 h 10695515"/>
              <a:gd name="connsiteX24" fmla="*/ 4123785 w 4123786"/>
              <a:gd name="connsiteY24" fmla="*/ 2779492 h 10695515"/>
              <a:gd name="connsiteX25" fmla="*/ 4123785 w 4123786"/>
              <a:gd name="connsiteY25" fmla="*/ 3099544 h 10695515"/>
              <a:gd name="connsiteX26" fmla="*/ 4123785 w 4123786"/>
              <a:gd name="connsiteY26" fmla="*/ 4850102 h 10695515"/>
              <a:gd name="connsiteX27" fmla="*/ 4123785 w 4123786"/>
              <a:gd name="connsiteY27" fmla="*/ 10662081 h 10695515"/>
              <a:gd name="connsiteX28" fmla="*/ 4090258 w 4123786"/>
              <a:gd name="connsiteY28" fmla="*/ 10695514 h 10695515"/>
              <a:gd name="connsiteX29" fmla="*/ 4072751 w 4123786"/>
              <a:gd name="connsiteY29" fmla="*/ 10695514 h 10695515"/>
              <a:gd name="connsiteX30" fmla="*/ 4072751 w 4123786"/>
              <a:gd name="connsiteY30" fmla="*/ 10695515 h 10695515"/>
              <a:gd name="connsiteX31" fmla="*/ 68003 w 4123786"/>
              <a:gd name="connsiteY31" fmla="*/ 10695515 h 10695515"/>
              <a:gd name="connsiteX32" fmla="*/ 30530 w 4123786"/>
              <a:gd name="connsiteY32" fmla="*/ 10659953 h 10695515"/>
              <a:gd name="connsiteX33" fmla="*/ 30530 w 4123786"/>
              <a:gd name="connsiteY33" fmla="*/ 9043781 h 10695515"/>
              <a:gd name="connsiteX34" fmla="*/ 19986 w 4123786"/>
              <a:gd name="connsiteY34" fmla="*/ 8991028 h 10695515"/>
              <a:gd name="connsiteX35" fmla="*/ 30530 w 4123786"/>
              <a:gd name="connsiteY35" fmla="*/ 8936768 h 10695515"/>
              <a:gd name="connsiteX36" fmla="*/ 30530 w 4123786"/>
              <a:gd name="connsiteY36" fmla="*/ 8213677 h 10695515"/>
              <a:gd name="connsiteX37" fmla="*/ 30530 w 4123786"/>
              <a:gd name="connsiteY37" fmla="*/ 8117697 h 10695515"/>
              <a:gd name="connsiteX38" fmla="*/ 19292 w 4123786"/>
              <a:gd name="connsiteY38" fmla="*/ 8064088 h 10695515"/>
              <a:gd name="connsiteX39" fmla="*/ 6414 w 4123786"/>
              <a:gd name="connsiteY39" fmla="*/ 8009276 h 10695515"/>
              <a:gd name="connsiteX40" fmla="*/ 862 w 4123786"/>
              <a:gd name="connsiteY40" fmla="*/ 7956458 h 10695515"/>
              <a:gd name="connsiteX41" fmla="*/ 0 w 4123786"/>
              <a:gd name="connsiteY41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090259 w 4123786"/>
              <a:gd name="connsiteY20" fmla="*/ 0 h 10695515"/>
              <a:gd name="connsiteX21" fmla="*/ 4123786 w 4123786"/>
              <a:gd name="connsiteY21" fmla="*/ 33528 h 10695515"/>
              <a:gd name="connsiteX22" fmla="*/ 4123786 w 4123786"/>
              <a:gd name="connsiteY22" fmla="*/ 2779490 h 10695515"/>
              <a:gd name="connsiteX23" fmla="*/ 4123785 w 4123786"/>
              <a:gd name="connsiteY23" fmla="*/ 2779492 h 10695515"/>
              <a:gd name="connsiteX24" fmla="*/ 4123785 w 4123786"/>
              <a:gd name="connsiteY24" fmla="*/ 3099544 h 10695515"/>
              <a:gd name="connsiteX25" fmla="*/ 4123785 w 4123786"/>
              <a:gd name="connsiteY25" fmla="*/ 4850102 h 10695515"/>
              <a:gd name="connsiteX26" fmla="*/ 4123785 w 4123786"/>
              <a:gd name="connsiteY26" fmla="*/ 10662081 h 10695515"/>
              <a:gd name="connsiteX27" fmla="*/ 4090258 w 4123786"/>
              <a:gd name="connsiteY27" fmla="*/ 10695514 h 10695515"/>
              <a:gd name="connsiteX28" fmla="*/ 4072751 w 4123786"/>
              <a:gd name="connsiteY28" fmla="*/ 10695514 h 10695515"/>
              <a:gd name="connsiteX29" fmla="*/ 4072751 w 4123786"/>
              <a:gd name="connsiteY29" fmla="*/ 10695515 h 10695515"/>
              <a:gd name="connsiteX30" fmla="*/ 68003 w 4123786"/>
              <a:gd name="connsiteY30" fmla="*/ 10695515 h 10695515"/>
              <a:gd name="connsiteX31" fmla="*/ 30530 w 4123786"/>
              <a:gd name="connsiteY31" fmla="*/ 10659953 h 10695515"/>
              <a:gd name="connsiteX32" fmla="*/ 30530 w 4123786"/>
              <a:gd name="connsiteY32" fmla="*/ 9043781 h 10695515"/>
              <a:gd name="connsiteX33" fmla="*/ 19986 w 4123786"/>
              <a:gd name="connsiteY33" fmla="*/ 8991028 h 10695515"/>
              <a:gd name="connsiteX34" fmla="*/ 30530 w 4123786"/>
              <a:gd name="connsiteY34" fmla="*/ 8936768 h 10695515"/>
              <a:gd name="connsiteX35" fmla="*/ 30530 w 4123786"/>
              <a:gd name="connsiteY35" fmla="*/ 8213677 h 10695515"/>
              <a:gd name="connsiteX36" fmla="*/ 30530 w 4123786"/>
              <a:gd name="connsiteY36" fmla="*/ 8117697 h 10695515"/>
              <a:gd name="connsiteX37" fmla="*/ 19292 w 4123786"/>
              <a:gd name="connsiteY37" fmla="*/ 8064088 h 10695515"/>
              <a:gd name="connsiteX38" fmla="*/ 6414 w 4123786"/>
              <a:gd name="connsiteY38" fmla="*/ 8009276 h 10695515"/>
              <a:gd name="connsiteX39" fmla="*/ 862 w 4123786"/>
              <a:gd name="connsiteY39" fmla="*/ 7956458 h 10695515"/>
              <a:gd name="connsiteX40" fmla="*/ 0 w 4123786"/>
              <a:gd name="connsiteY40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090259 w 4123786"/>
              <a:gd name="connsiteY20" fmla="*/ 0 h 10695515"/>
              <a:gd name="connsiteX21" fmla="*/ 4123786 w 4123786"/>
              <a:gd name="connsiteY21" fmla="*/ 33528 h 10695515"/>
              <a:gd name="connsiteX22" fmla="*/ 4123786 w 4123786"/>
              <a:gd name="connsiteY22" fmla="*/ 2779490 h 10695515"/>
              <a:gd name="connsiteX23" fmla="*/ 4123785 w 4123786"/>
              <a:gd name="connsiteY23" fmla="*/ 3099544 h 10695515"/>
              <a:gd name="connsiteX24" fmla="*/ 4123785 w 4123786"/>
              <a:gd name="connsiteY24" fmla="*/ 4850102 h 10695515"/>
              <a:gd name="connsiteX25" fmla="*/ 4123785 w 4123786"/>
              <a:gd name="connsiteY25" fmla="*/ 10662081 h 10695515"/>
              <a:gd name="connsiteX26" fmla="*/ 4090258 w 4123786"/>
              <a:gd name="connsiteY26" fmla="*/ 10695514 h 10695515"/>
              <a:gd name="connsiteX27" fmla="*/ 4072751 w 4123786"/>
              <a:gd name="connsiteY27" fmla="*/ 10695514 h 10695515"/>
              <a:gd name="connsiteX28" fmla="*/ 4072751 w 4123786"/>
              <a:gd name="connsiteY28" fmla="*/ 10695515 h 10695515"/>
              <a:gd name="connsiteX29" fmla="*/ 68003 w 4123786"/>
              <a:gd name="connsiteY29" fmla="*/ 10695515 h 10695515"/>
              <a:gd name="connsiteX30" fmla="*/ 30530 w 4123786"/>
              <a:gd name="connsiteY30" fmla="*/ 10659953 h 10695515"/>
              <a:gd name="connsiteX31" fmla="*/ 30530 w 4123786"/>
              <a:gd name="connsiteY31" fmla="*/ 9043781 h 10695515"/>
              <a:gd name="connsiteX32" fmla="*/ 19986 w 4123786"/>
              <a:gd name="connsiteY32" fmla="*/ 8991028 h 10695515"/>
              <a:gd name="connsiteX33" fmla="*/ 30530 w 4123786"/>
              <a:gd name="connsiteY33" fmla="*/ 8936768 h 10695515"/>
              <a:gd name="connsiteX34" fmla="*/ 30530 w 4123786"/>
              <a:gd name="connsiteY34" fmla="*/ 8213677 h 10695515"/>
              <a:gd name="connsiteX35" fmla="*/ 30530 w 4123786"/>
              <a:gd name="connsiteY35" fmla="*/ 8117697 h 10695515"/>
              <a:gd name="connsiteX36" fmla="*/ 19292 w 4123786"/>
              <a:gd name="connsiteY36" fmla="*/ 8064088 h 10695515"/>
              <a:gd name="connsiteX37" fmla="*/ 6414 w 4123786"/>
              <a:gd name="connsiteY37" fmla="*/ 8009276 h 10695515"/>
              <a:gd name="connsiteX38" fmla="*/ 862 w 4123786"/>
              <a:gd name="connsiteY38" fmla="*/ 7956458 h 10695515"/>
              <a:gd name="connsiteX39" fmla="*/ 0 w 4123786"/>
              <a:gd name="connsiteY39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090259 w 4123786"/>
              <a:gd name="connsiteY20" fmla="*/ 0 h 10695515"/>
              <a:gd name="connsiteX21" fmla="*/ 4123786 w 4123786"/>
              <a:gd name="connsiteY21" fmla="*/ 33528 h 10695515"/>
              <a:gd name="connsiteX22" fmla="*/ 4123785 w 4123786"/>
              <a:gd name="connsiteY22" fmla="*/ 3099544 h 10695515"/>
              <a:gd name="connsiteX23" fmla="*/ 4123785 w 4123786"/>
              <a:gd name="connsiteY23" fmla="*/ 4850102 h 10695515"/>
              <a:gd name="connsiteX24" fmla="*/ 4123785 w 4123786"/>
              <a:gd name="connsiteY24" fmla="*/ 10662081 h 10695515"/>
              <a:gd name="connsiteX25" fmla="*/ 4090258 w 4123786"/>
              <a:gd name="connsiteY25" fmla="*/ 10695514 h 10695515"/>
              <a:gd name="connsiteX26" fmla="*/ 4072751 w 4123786"/>
              <a:gd name="connsiteY26" fmla="*/ 10695514 h 10695515"/>
              <a:gd name="connsiteX27" fmla="*/ 4072751 w 4123786"/>
              <a:gd name="connsiteY27" fmla="*/ 10695515 h 10695515"/>
              <a:gd name="connsiteX28" fmla="*/ 68003 w 4123786"/>
              <a:gd name="connsiteY28" fmla="*/ 10695515 h 10695515"/>
              <a:gd name="connsiteX29" fmla="*/ 30530 w 4123786"/>
              <a:gd name="connsiteY29" fmla="*/ 10659953 h 10695515"/>
              <a:gd name="connsiteX30" fmla="*/ 30530 w 4123786"/>
              <a:gd name="connsiteY30" fmla="*/ 9043781 h 10695515"/>
              <a:gd name="connsiteX31" fmla="*/ 19986 w 4123786"/>
              <a:gd name="connsiteY31" fmla="*/ 8991028 h 10695515"/>
              <a:gd name="connsiteX32" fmla="*/ 30530 w 4123786"/>
              <a:gd name="connsiteY32" fmla="*/ 8936768 h 10695515"/>
              <a:gd name="connsiteX33" fmla="*/ 30530 w 4123786"/>
              <a:gd name="connsiteY33" fmla="*/ 8213677 h 10695515"/>
              <a:gd name="connsiteX34" fmla="*/ 30530 w 4123786"/>
              <a:gd name="connsiteY34" fmla="*/ 8117697 h 10695515"/>
              <a:gd name="connsiteX35" fmla="*/ 19292 w 4123786"/>
              <a:gd name="connsiteY35" fmla="*/ 8064088 h 10695515"/>
              <a:gd name="connsiteX36" fmla="*/ 6414 w 4123786"/>
              <a:gd name="connsiteY36" fmla="*/ 8009276 h 10695515"/>
              <a:gd name="connsiteX37" fmla="*/ 862 w 4123786"/>
              <a:gd name="connsiteY37" fmla="*/ 7956458 h 10695515"/>
              <a:gd name="connsiteX38" fmla="*/ 0 w 4123786"/>
              <a:gd name="connsiteY38" fmla="*/ 7915797 h 10695515"/>
              <a:gd name="connsiteX0" fmla="*/ 0 w 4126269"/>
              <a:gd name="connsiteY0" fmla="*/ 7915797 h 10695515"/>
              <a:gd name="connsiteX1" fmla="*/ 7600 w 4126269"/>
              <a:gd name="connsiteY1" fmla="*/ 7873197 h 10695515"/>
              <a:gd name="connsiteX2" fmla="*/ 4439 w 4126269"/>
              <a:gd name="connsiteY2" fmla="*/ 7844441 h 10695515"/>
              <a:gd name="connsiteX3" fmla="*/ 12582 w 4126269"/>
              <a:gd name="connsiteY3" fmla="*/ 7790887 h 10695515"/>
              <a:gd name="connsiteX4" fmla="*/ 20085 w 4126269"/>
              <a:gd name="connsiteY4" fmla="*/ 7712540 h 10695515"/>
              <a:gd name="connsiteX5" fmla="*/ 28081 w 4126269"/>
              <a:gd name="connsiteY5" fmla="*/ 7658609 h 10695515"/>
              <a:gd name="connsiteX6" fmla="*/ 30530 w 4126269"/>
              <a:gd name="connsiteY6" fmla="*/ 7648210 h 10695515"/>
              <a:gd name="connsiteX7" fmla="*/ 30530 w 4126269"/>
              <a:gd name="connsiteY7" fmla="*/ 7295316 h 10695515"/>
              <a:gd name="connsiteX8" fmla="*/ 27793 w 4126269"/>
              <a:gd name="connsiteY8" fmla="*/ 7269284 h 10695515"/>
              <a:gd name="connsiteX9" fmla="*/ 30530 w 4126269"/>
              <a:gd name="connsiteY9" fmla="*/ 7181458 h 10695515"/>
              <a:gd name="connsiteX10" fmla="*/ 26802 w 4126269"/>
              <a:gd name="connsiteY10" fmla="*/ 7168704 h 10695515"/>
              <a:gd name="connsiteX11" fmla="*/ 30530 w 4126269"/>
              <a:gd name="connsiteY11" fmla="*/ 7082840 h 10695515"/>
              <a:gd name="connsiteX12" fmla="*/ 27363 w 4126269"/>
              <a:gd name="connsiteY12" fmla="*/ 6988764 h 10695515"/>
              <a:gd name="connsiteX13" fmla="*/ 18853 w 4126269"/>
              <a:gd name="connsiteY13" fmla="*/ 6981739 h 10695515"/>
              <a:gd name="connsiteX14" fmla="*/ 18106 w 4126269"/>
              <a:gd name="connsiteY14" fmla="*/ 6961107 h 10695515"/>
              <a:gd name="connsiteX15" fmla="*/ 18269 w 4126269"/>
              <a:gd name="connsiteY15" fmla="*/ 6928626 h 10695515"/>
              <a:gd name="connsiteX16" fmla="*/ 27200 w 4126269"/>
              <a:gd name="connsiteY16" fmla="*/ 6855869 h 10695515"/>
              <a:gd name="connsiteX17" fmla="*/ 21919 w 4126269"/>
              <a:gd name="connsiteY17" fmla="*/ 40543 h 10695515"/>
              <a:gd name="connsiteX18" fmla="*/ 47162 w 4126269"/>
              <a:gd name="connsiteY18" fmla="*/ 4670 h 10695515"/>
              <a:gd name="connsiteX19" fmla="*/ 68017 w 4126269"/>
              <a:gd name="connsiteY19" fmla="*/ 37 h 10695515"/>
              <a:gd name="connsiteX20" fmla="*/ 4090259 w 4126269"/>
              <a:gd name="connsiteY20" fmla="*/ 0 h 10695515"/>
              <a:gd name="connsiteX21" fmla="*/ 4123786 w 4126269"/>
              <a:gd name="connsiteY21" fmla="*/ 33528 h 10695515"/>
              <a:gd name="connsiteX22" fmla="*/ 4123785 w 4126269"/>
              <a:gd name="connsiteY22" fmla="*/ 4850102 h 10695515"/>
              <a:gd name="connsiteX23" fmla="*/ 4123785 w 4126269"/>
              <a:gd name="connsiteY23" fmla="*/ 10662081 h 10695515"/>
              <a:gd name="connsiteX24" fmla="*/ 4090258 w 4126269"/>
              <a:gd name="connsiteY24" fmla="*/ 10695514 h 10695515"/>
              <a:gd name="connsiteX25" fmla="*/ 4072751 w 4126269"/>
              <a:gd name="connsiteY25" fmla="*/ 10695514 h 10695515"/>
              <a:gd name="connsiteX26" fmla="*/ 4072751 w 4126269"/>
              <a:gd name="connsiteY26" fmla="*/ 10695515 h 10695515"/>
              <a:gd name="connsiteX27" fmla="*/ 68003 w 4126269"/>
              <a:gd name="connsiteY27" fmla="*/ 10695515 h 10695515"/>
              <a:gd name="connsiteX28" fmla="*/ 30530 w 4126269"/>
              <a:gd name="connsiteY28" fmla="*/ 10659953 h 10695515"/>
              <a:gd name="connsiteX29" fmla="*/ 30530 w 4126269"/>
              <a:gd name="connsiteY29" fmla="*/ 9043781 h 10695515"/>
              <a:gd name="connsiteX30" fmla="*/ 19986 w 4126269"/>
              <a:gd name="connsiteY30" fmla="*/ 8991028 h 10695515"/>
              <a:gd name="connsiteX31" fmla="*/ 30530 w 4126269"/>
              <a:gd name="connsiteY31" fmla="*/ 8936768 h 10695515"/>
              <a:gd name="connsiteX32" fmla="*/ 30530 w 4126269"/>
              <a:gd name="connsiteY32" fmla="*/ 8213677 h 10695515"/>
              <a:gd name="connsiteX33" fmla="*/ 30530 w 4126269"/>
              <a:gd name="connsiteY33" fmla="*/ 8117697 h 10695515"/>
              <a:gd name="connsiteX34" fmla="*/ 19292 w 4126269"/>
              <a:gd name="connsiteY34" fmla="*/ 8064088 h 10695515"/>
              <a:gd name="connsiteX35" fmla="*/ 6414 w 4126269"/>
              <a:gd name="connsiteY35" fmla="*/ 8009276 h 10695515"/>
              <a:gd name="connsiteX36" fmla="*/ 862 w 4126269"/>
              <a:gd name="connsiteY36" fmla="*/ 7956458 h 10695515"/>
              <a:gd name="connsiteX37" fmla="*/ 0 w 4126269"/>
              <a:gd name="connsiteY37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18106 w 4127976"/>
              <a:gd name="connsiteY14" fmla="*/ 6961107 h 10695515"/>
              <a:gd name="connsiteX15" fmla="*/ 18269 w 4127976"/>
              <a:gd name="connsiteY15" fmla="*/ 6928626 h 10695515"/>
              <a:gd name="connsiteX16" fmla="*/ 27200 w 4127976"/>
              <a:gd name="connsiteY16" fmla="*/ 6855869 h 10695515"/>
              <a:gd name="connsiteX17" fmla="*/ 21919 w 4127976"/>
              <a:gd name="connsiteY17" fmla="*/ 40543 h 10695515"/>
              <a:gd name="connsiteX18" fmla="*/ 47162 w 4127976"/>
              <a:gd name="connsiteY18" fmla="*/ 4670 h 10695515"/>
              <a:gd name="connsiteX19" fmla="*/ 68017 w 4127976"/>
              <a:gd name="connsiteY19" fmla="*/ 37 h 10695515"/>
              <a:gd name="connsiteX20" fmla="*/ 4090259 w 4127976"/>
              <a:gd name="connsiteY20" fmla="*/ 0 h 10695515"/>
              <a:gd name="connsiteX21" fmla="*/ 4123786 w 4127976"/>
              <a:gd name="connsiteY21" fmla="*/ 33528 h 10695515"/>
              <a:gd name="connsiteX22" fmla="*/ 4123785 w 4127976"/>
              <a:gd name="connsiteY22" fmla="*/ 10662081 h 10695515"/>
              <a:gd name="connsiteX23" fmla="*/ 4090258 w 4127976"/>
              <a:gd name="connsiteY23" fmla="*/ 10695514 h 10695515"/>
              <a:gd name="connsiteX24" fmla="*/ 4072751 w 4127976"/>
              <a:gd name="connsiteY24" fmla="*/ 10695514 h 10695515"/>
              <a:gd name="connsiteX25" fmla="*/ 4072751 w 4127976"/>
              <a:gd name="connsiteY25" fmla="*/ 10695515 h 10695515"/>
              <a:gd name="connsiteX26" fmla="*/ 68003 w 4127976"/>
              <a:gd name="connsiteY26" fmla="*/ 10695515 h 10695515"/>
              <a:gd name="connsiteX27" fmla="*/ 30530 w 4127976"/>
              <a:gd name="connsiteY27" fmla="*/ 10659953 h 10695515"/>
              <a:gd name="connsiteX28" fmla="*/ 30530 w 4127976"/>
              <a:gd name="connsiteY28" fmla="*/ 9043781 h 10695515"/>
              <a:gd name="connsiteX29" fmla="*/ 19986 w 4127976"/>
              <a:gd name="connsiteY29" fmla="*/ 8991028 h 10695515"/>
              <a:gd name="connsiteX30" fmla="*/ 30530 w 4127976"/>
              <a:gd name="connsiteY30" fmla="*/ 8936768 h 10695515"/>
              <a:gd name="connsiteX31" fmla="*/ 30530 w 4127976"/>
              <a:gd name="connsiteY31" fmla="*/ 8213677 h 10695515"/>
              <a:gd name="connsiteX32" fmla="*/ 30530 w 4127976"/>
              <a:gd name="connsiteY32" fmla="*/ 8117697 h 10695515"/>
              <a:gd name="connsiteX33" fmla="*/ 19292 w 4127976"/>
              <a:gd name="connsiteY33" fmla="*/ 8064088 h 10695515"/>
              <a:gd name="connsiteX34" fmla="*/ 6414 w 4127976"/>
              <a:gd name="connsiteY34" fmla="*/ 8009276 h 10695515"/>
              <a:gd name="connsiteX35" fmla="*/ 862 w 4127976"/>
              <a:gd name="connsiteY35" fmla="*/ 7956458 h 10695515"/>
              <a:gd name="connsiteX36" fmla="*/ 0 w 4127976"/>
              <a:gd name="connsiteY36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18106 w 4127976"/>
              <a:gd name="connsiteY14" fmla="*/ 6961107 h 10695515"/>
              <a:gd name="connsiteX15" fmla="*/ 18269 w 4127976"/>
              <a:gd name="connsiteY15" fmla="*/ 6928626 h 10695515"/>
              <a:gd name="connsiteX16" fmla="*/ 21919 w 4127976"/>
              <a:gd name="connsiteY16" fmla="*/ 40543 h 10695515"/>
              <a:gd name="connsiteX17" fmla="*/ 47162 w 4127976"/>
              <a:gd name="connsiteY17" fmla="*/ 4670 h 10695515"/>
              <a:gd name="connsiteX18" fmla="*/ 68017 w 4127976"/>
              <a:gd name="connsiteY18" fmla="*/ 37 h 10695515"/>
              <a:gd name="connsiteX19" fmla="*/ 4090259 w 4127976"/>
              <a:gd name="connsiteY19" fmla="*/ 0 h 10695515"/>
              <a:gd name="connsiteX20" fmla="*/ 4123786 w 4127976"/>
              <a:gd name="connsiteY20" fmla="*/ 33528 h 10695515"/>
              <a:gd name="connsiteX21" fmla="*/ 4123785 w 4127976"/>
              <a:gd name="connsiteY21" fmla="*/ 10662081 h 10695515"/>
              <a:gd name="connsiteX22" fmla="*/ 4090258 w 4127976"/>
              <a:gd name="connsiteY22" fmla="*/ 10695514 h 10695515"/>
              <a:gd name="connsiteX23" fmla="*/ 4072751 w 4127976"/>
              <a:gd name="connsiteY23" fmla="*/ 10695514 h 10695515"/>
              <a:gd name="connsiteX24" fmla="*/ 4072751 w 4127976"/>
              <a:gd name="connsiteY24" fmla="*/ 10695515 h 10695515"/>
              <a:gd name="connsiteX25" fmla="*/ 68003 w 4127976"/>
              <a:gd name="connsiteY25" fmla="*/ 10695515 h 10695515"/>
              <a:gd name="connsiteX26" fmla="*/ 30530 w 4127976"/>
              <a:gd name="connsiteY26" fmla="*/ 10659953 h 10695515"/>
              <a:gd name="connsiteX27" fmla="*/ 30530 w 4127976"/>
              <a:gd name="connsiteY27" fmla="*/ 9043781 h 10695515"/>
              <a:gd name="connsiteX28" fmla="*/ 19986 w 4127976"/>
              <a:gd name="connsiteY28" fmla="*/ 8991028 h 10695515"/>
              <a:gd name="connsiteX29" fmla="*/ 30530 w 4127976"/>
              <a:gd name="connsiteY29" fmla="*/ 8936768 h 10695515"/>
              <a:gd name="connsiteX30" fmla="*/ 30530 w 4127976"/>
              <a:gd name="connsiteY30" fmla="*/ 8213677 h 10695515"/>
              <a:gd name="connsiteX31" fmla="*/ 30530 w 4127976"/>
              <a:gd name="connsiteY31" fmla="*/ 8117697 h 10695515"/>
              <a:gd name="connsiteX32" fmla="*/ 19292 w 4127976"/>
              <a:gd name="connsiteY32" fmla="*/ 8064088 h 10695515"/>
              <a:gd name="connsiteX33" fmla="*/ 6414 w 4127976"/>
              <a:gd name="connsiteY33" fmla="*/ 8009276 h 10695515"/>
              <a:gd name="connsiteX34" fmla="*/ 862 w 4127976"/>
              <a:gd name="connsiteY34" fmla="*/ 7956458 h 10695515"/>
              <a:gd name="connsiteX35" fmla="*/ 0 w 4127976"/>
              <a:gd name="connsiteY35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18106 w 4127976"/>
              <a:gd name="connsiteY14" fmla="*/ 6961107 h 10695515"/>
              <a:gd name="connsiteX15" fmla="*/ 21919 w 4127976"/>
              <a:gd name="connsiteY15" fmla="*/ 40543 h 10695515"/>
              <a:gd name="connsiteX16" fmla="*/ 47162 w 4127976"/>
              <a:gd name="connsiteY16" fmla="*/ 4670 h 10695515"/>
              <a:gd name="connsiteX17" fmla="*/ 68017 w 4127976"/>
              <a:gd name="connsiteY17" fmla="*/ 37 h 10695515"/>
              <a:gd name="connsiteX18" fmla="*/ 4090259 w 4127976"/>
              <a:gd name="connsiteY18" fmla="*/ 0 h 10695515"/>
              <a:gd name="connsiteX19" fmla="*/ 4123786 w 4127976"/>
              <a:gd name="connsiteY19" fmla="*/ 33528 h 10695515"/>
              <a:gd name="connsiteX20" fmla="*/ 4123785 w 4127976"/>
              <a:gd name="connsiteY20" fmla="*/ 10662081 h 10695515"/>
              <a:gd name="connsiteX21" fmla="*/ 4090258 w 4127976"/>
              <a:gd name="connsiteY21" fmla="*/ 10695514 h 10695515"/>
              <a:gd name="connsiteX22" fmla="*/ 4072751 w 4127976"/>
              <a:gd name="connsiteY22" fmla="*/ 10695514 h 10695515"/>
              <a:gd name="connsiteX23" fmla="*/ 4072751 w 4127976"/>
              <a:gd name="connsiteY23" fmla="*/ 10695515 h 10695515"/>
              <a:gd name="connsiteX24" fmla="*/ 68003 w 4127976"/>
              <a:gd name="connsiteY24" fmla="*/ 10695515 h 10695515"/>
              <a:gd name="connsiteX25" fmla="*/ 30530 w 4127976"/>
              <a:gd name="connsiteY25" fmla="*/ 10659953 h 10695515"/>
              <a:gd name="connsiteX26" fmla="*/ 30530 w 4127976"/>
              <a:gd name="connsiteY26" fmla="*/ 9043781 h 10695515"/>
              <a:gd name="connsiteX27" fmla="*/ 19986 w 4127976"/>
              <a:gd name="connsiteY27" fmla="*/ 8991028 h 10695515"/>
              <a:gd name="connsiteX28" fmla="*/ 30530 w 4127976"/>
              <a:gd name="connsiteY28" fmla="*/ 8936768 h 10695515"/>
              <a:gd name="connsiteX29" fmla="*/ 30530 w 4127976"/>
              <a:gd name="connsiteY29" fmla="*/ 8213677 h 10695515"/>
              <a:gd name="connsiteX30" fmla="*/ 30530 w 4127976"/>
              <a:gd name="connsiteY30" fmla="*/ 8117697 h 10695515"/>
              <a:gd name="connsiteX31" fmla="*/ 19292 w 4127976"/>
              <a:gd name="connsiteY31" fmla="*/ 8064088 h 10695515"/>
              <a:gd name="connsiteX32" fmla="*/ 6414 w 4127976"/>
              <a:gd name="connsiteY32" fmla="*/ 8009276 h 10695515"/>
              <a:gd name="connsiteX33" fmla="*/ 862 w 4127976"/>
              <a:gd name="connsiteY33" fmla="*/ 7956458 h 10695515"/>
              <a:gd name="connsiteX34" fmla="*/ 0 w 4127976"/>
              <a:gd name="connsiteY34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21919 w 4127976"/>
              <a:gd name="connsiteY14" fmla="*/ 40543 h 10695515"/>
              <a:gd name="connsiteX15" fmla="*/ 47162 w 4127976"/>
              <a:gd name="connsiteY15" fmla="*/ 4670 h 10695515"/>
              <a:gd name="connsiteX16" fmla="*/ 68017 w 4127976"/>
              <a:gd name="connsiteY16" fmla="*/ 37 h 10695515"/>
              <a:gd name="connsiteX17" fmla="*/ 4090259 w 4127976"/>
              <a:gd name="connsiteY17" fmla="*/ 0 h 10695515"/>
              <a:gd name="connsiteX18" fmla="*/ 4123786 w 4127976"/>
              <a:gd name="connsiteY18" fmla="*/ 33528 h 10695515"/>
              <a:gd name="connsiteX19" fmla="*/ 4123785 w 4127976"/>
              <a:gd name="connsiteY19" fmla="*/ 10662081 h 10695515"/>
              <a:gd name="connsiteX20" fmla="*/ 4090258 w 4127976"/>
              <a:gd name="connsiteY20" fmla="*/ 10695514 h 10695515"/>
              <a:gd name="connsiteX21" fmla="*/ 4072751 w 4127976"/>
              <a:gd name="connsiteY21" fmla="*/ 10695514 h 10695515"/>
              <a:gd name="connsiteX22" fmla="*/ 4072751 w 4127976"/>
              <a:gd name="connsiteY22" fmla="*/ 10695515 h 10695515"/>
              <a:gd name="connsiteX23" fmla="*/ 68003 w 4127976"/>
              <a:gd name="connsiteY23" fmla="*/ 10695515 h 10695515"/>
              <a:gd name="connsiteX24" fmla="*/ 30530 w 4127976"/>
              <a:gd name="connsiteY24" fmla="*/ 10659953 h 10695515"/>
              <a:gd name="connsiteX25" fmla="*/ 30530 w 4127976"/>
              <a:gd name="connsiteY25" fmla="*/ 9043781 h 10695515"/>
              <a:gd name="connsiteX26" fmla="*/ 19986 w 4127976"/>
              <a:gd name="connsiteY26" fmla="*/ 8991028 h 10695515"/>
              <a:gd name="connsiteX27" fmla="*/ 30530 w 4127976"/>
              <a:gd name="connsiteY27" fmla="*/ 8936768 h 10695515"/>
              <a:gd name="connsiteX28" fmla="*/ 30530 w 4127976"/>
              <a:gd name="connsiteY28" fmla="*/ 8213677 h 10695515"/>
              <a:gd name="connsiteX29" fmla="*/ 30530 w 4127976"/>
              <a:gd name="connsiteY29" fmla="*/ 8117697 h 10695515"/>
              <a:gd name="connsiteX30" fmla="*/ 19292 w 4127976"/>
              <a:gd name="connsiteY30" fmla="*/ 8064088 h 10695515"/>
              <a:gd name="connsiteX31" fmla="*/ 6414 w 4127976"/>
              <a:gd name="connsiteY31" fmla="*/ 8009276 h 10695515"/>
              <a:gd name="connsiteX32" fmla="*/ 862 w 4127976"/>
              <a:gd name="connsiteY32" fmla="*/ 7956458 h 10695515"/>
              <a:gd name="connsiteX33" fmla="*/ 0 w 4127976"/>
              <a:gd name="connsiteY33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21919 w 4127976"/>
              <a:gd name="connsiteY13" fmla="*/ 40543 h 10695515"/>
              <a:gd name="connsiteX14" fmla="*/ 47162 w 4127976"/>
              <a:gd name="connsiteY14" fmla="*/ 4670 h 10695515"/>
              <a:gd name="connsiteX15" fmla="*/ 68017 w 4127976"/>
              <a:gd name="connsiteY15" fmla="*/ 37 h 10695515"/>
              <a:gd name="connsiteX16" fmla="*/ 4090259 w 4127976"/>
              <a:gd name="connsiteY16" fmla="*/ 0 h 10695515"/>
              <a:gd name="connsiteX17" fmla="*/ 4123786 w 4127976"/>
              <a:gd name="connsiteY17" fmla="*/ 33528 h 10695515"/>
              <a:gd name="connsiteX18" fmla="*/ 4123785 w 4127976"/>
              <a:gd name="connsiteY18" fmla="*/ 10662081 h 10695515"/>
              <a:gd name="connsiteX19" fmla="*/ 4090258 w 4127976"/>
              <a:gd name="connsiteY19" fmla="*/ 10695514 h 10695515"/>
              <a:gd name="connsiteX20" fmla="*/ 4072751 w 4127976"/>
              <a:gd name="connsiteY20" fmla="*/ 10695514 h 10695515"/>
              <a:gd name="connsiteX21" fmla="*/ 4072751 w 4127976"/>
              <a:gd name="connsiteY21" fmla="*/ 10695515 h 10695515"/>
              <a:gd name="connsiteX22" fmla="*/ 68003 w 4127976"/>
              <a:gd name="connsiteY22" fmla="*/ 10695515 h 10695515"/>
              <a:gd name="connsiteX23" fmla="*/ 30530 w 4127976"/>
              <a:gd name="connsiteY23" fmla="*/ 10659953 h 10695515"/>
              <a:gd name="connsiteX24" fmla="*/ 30530 w 4127976"/>
              <a:gd name="connsiteY24" fmla="*/ 9043781 h 10695515"/>
              <a:gd name="connsiteX25" fmla="*/ 19986 w 4127976"/>
              <a:gd name="connsiteY25" fmla="*/ 8991028 h 10695515"/>
              <a:gd name="connsiteX26" fmla="*/ 30530 w 4127976"/>
              <a:gd name="connsiteY26" fmla="*/ 8936768 h 10695515"/>
              <a:gd name="connsiteX27" fmla="*/ 30530 w 4127976"/>
              <a:gd name="connsiteY27" fmla="*/ 8213677 h 10695515"/>
              <a:gd name="connsiteX28" fmla="*/ 30530 w 4127976"/>
              <a:gd name="connsiteY28" fmla="*/ 8117697 h 10695515"/>
              <a:gd name="connsiteX29" fmla="*/ 19292 w 4127976"/>
              <a:gd name="connsiteY29" fmla="*/ 8064088 h 10695515"/>
              <a:gd name="connsiteX30" fmla="*/ 6414 w 4127976"/>
              <a:gd name="connsiteY30" fmla="*/ 8009276 h 10695515"/>
              <a:gd name="connsiteX31" fmla="*/ 862 w 4127976"/>
              <a:gd name="connsiteY31" fmla="*/ 7956458 h 10695515"/>
              <a:gd name="connsiteX32" fmla="*/ 0 w 4127976"/>
              <a:gd name="connsiteY32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1919 w 4127976"/>
              <a:gd name="connsiteY12" fmla="*/ 40543 h 10695515"/>
              <a:gd name="connsiteX13" fmla="*/ 47162 w 4127976"/>
              <a:gd name="connsiteY13" fmla="*/ 4670 h 10695515"/>
              <a:gd name="connsiteX14" fmla="*/ 68017 w 4127976"/>
              <a:gd name="connsiteY14" fmla="*/ 37 h 10695515"/>
              <a:gd name="connsiteX15" fmla="*/ 4090259 w 4127976"/>
              <a:gd name="connsiteY15" fmla="*/ 0 h 10695515"/>
              <a:gd name="connsiteX16" fmla="*/ 4123786 w 4127976"/>
              <a:gd name="connsiteY16" fmla="*/ 33528 h 10695515"/>
              <a:gd name="connsiteX17" fmla="*/ 4123785 w 4127976"/>
              <a:gd name="connsiteY17" fmla="*/ 10662081 h 10695515"/>
              <a:gd name="connsiteX18" fmla="*/ 4090258 w 4127976"/>
              <a:gd name="connsiteY18" fmla="*/ 10695514 h 10695515"/>
              <a:gd name="connsiteX19" fmla="*/ 4072751 w 4127976"/>
              <a:gd name="connsiteY19" fmla="*/ 10695514 h 10695515"/>
              <a:gd name="connsiteX20" fmla="*/ 4072751 w 4127976"/>
              <a:gd name="connsiteY20" fmla="*/ 10695515 h 10695515"/>
              <a:gd name="connsiteX21" fmla="*/ 68003 w 4127976"/>
              <a:gd name="connsiteY21" fmla="*/ 10695515 h 10695515"/>
              <a:gd name="connsiteX22" fmla="*/ 30530 w 4127976"/>
              <a:gd name="connsiteY22" fmla="*/ 10659953 h 10695515"/>
              <a:gd name="connsiteX23" fmla="*/ 30530 w 4127976"/>
              <a:gd name="connsiteY23" fmla="*/ 9043781 h 10695515"/>
              <a:gd name="connsiteX24" fmla="*/ 19986 w 4127976"/>
              <a:gd name="connsiteY24" fmla="*/ 8991028 h 10695515"/>
              <a:gd name="connsiteX25" fmla="*/ 30530 w 4127976"/>
              <a:gd name="connsiteY25" fmla="*/ 8936768 h 10695515"/>
              <a:gd name="connsiteX26" fmla="*/ 30530 w 4127976"/>
              <a:gd name="connsiteY26" fmla="*/ 8213677 h 10695515"/>
              <a:gd name="connsiteX27" fmla="*/ 30530 w 4127976"/>
              <a:gd name="connsiteY27" fmla="*/ 8117697 h 10695515"/>
              <a:gd name="connsiteX28" fmla="*/ 19292 w 4127976"/>
              <a:gd name="connsiteY28" fmla="*/ 8064088 h 10695515"/>
              <a:gd name="connsiteX29" fmla="*/ 6414 w 4127976"/>
              <a:gd name="connsiteY29" fmla="*/ 8009276 h 10695515"/>
              <a:gd name="connsiteX30" fmla="*/ 862 w 4127976"/>
              <a:gd name="connsiteY30" fmla="*/ 7956458 h 10695515"/>
              <a:gd name="connsiteX31" fmla="*/ 0 w 4127976"/>
              <a:gd name="connsiteY31" fmla="*/ 7915797 h 10695515"/>
              <a:gd name="connsiteX0" fmla="*/ 0 w 4127114"/>
              <a:gd name="connsiteY0" fmla="*/ 7956458 h 10695515"/>
              <a:gd name="connsiteX1" fmla="*/ 6738 w 4127114"/>
              <a:gd name="connsiteY1" fmla="*/ 7873197 h 10695515"/>
              <a:gd name="connsiteX2" fmla="*/ 3577 w 4127114"/>
              <a:gd name="connsiteY2" fmla="*/ 7844441 h 10695515"/>
              <a:gd name="connsiteX3" fmla="*/ 11720 w 4127114"/>
              <a:gd name="connsiteY3" fmla="*/ 7790887 h 10695515"/>
              <a:gd name="connsiteX4" fmla="*/ 19223 w 4127114"/>
              <a:gd name="connsiteY4" fmla="*/ 7712540 h 10695515"/>
              <a:gd name="connsiteX5" fmla="*/ 27219 w 4127114"/>
              <a:gd name="connsiteY5" fmla="*/ 7658609 h 10695515"/>
              <a:gd name="connsiteX6" fmla="*/ 29668 w 4127114"/>
              <a:gd name="connsiteY6" fmla="*/ 7648210 h 10695515"/>
              <a:gd name="connsiteX7" fmla="*/ 29668 w 4127114"/>
              <a:gd name="connsiteY7" fmla="*/ 7295316 h 10695515"/>
              <a:gd name="connsiteX8" fmla="*/ 26931 w 4127114"/>
              <a:gd name="connsiteY8" fmla="*/ 7269284 h 10695515"/>
              <a:gd name="connsiteX9" fmla="*/ 29668 w 4127114"/>
              <a:gd name="connsiteY9" fmla="*/ 7181458 h 10695515"/>
              <a:gd name="connsiteX10" fmla="*/ 25940 w 4127114"/>
              <a:gd name="connsiteY10" fmla="*/ 7168704 h 10695515"/>
              <a:gd name="connsiteX11" fmla="*/ 29668 w 4127114"/>
              <a:gd name="connsiteY11" fmla="*/ 7082840 h 10695515"/>
              <a:gd name="connsiteX12" fmla="*/ 21057 w 4127114"/>
              <a:gd name="connsiteY12" fmla="*/ 40543 h 10695515"/>
              <a:gd name="connsiteX13" fmla="*/ 46300 w 4127114"/>
              <a:gd name="connsiteY13" fmla="*/ 4670 h 10695515"/>
              <a:gd name="connsiteX14" fmla="*/ 67155 w 4127114"/>
              <a:gd name="connsiteY14" fmla="*/ 37 h 10695515"/>
              <a:gd name="connsiteX15" fmla="*/ 4089397 w 4127114"/>
              <a:gd name="connsiteY15" fmla="*/ 0 h 10695515"/>
              <a:gd name="connsiteX16" fmla="*/ 4122924 w 4127114"/>
              <a:gd name="connsiteY16" fmla="*/ 33528 h 10695515"/>
              <a:gd name="connsiteX17" fmla="*/ 4122923 w 4127114"/>
              <a:gd name="connsiteY17" fmla="*/ 10662081 h 10695515"/>
              <a:gd name="connsiteX18" fmla="*/ 4089396 w 4127114"/>
              <a:gd name="connsiteY18" fmla="*/ 10695514 h 10695515"/>
              <a:gd name="connsiteX19" fmla="*/ 4071889 w 4127114"/>
              <a:gd name="connsiteY19" fmla="*/ 10695514 h 10695515"/>
              <a:gd name="connsiteX20" fmla="*/ 4071889 w 4127114"/>
              <a:gd name="connsiteY20" fmla="*/ 10695515 h 10695515"/>
              <a:gd name="connsiteX21" fmla="*/ 67141 w 4127114"/>
              <a:gd name="connsiteY21" fmla="*/ 10695515 h 10695515"/>
              <a:gd name="connsiteX22" fmla="*/ 29668 w 4127114"/>
              <a:gd name="connsiteY22" fmla="*/ 10659953 h 10695515"/>
              <a:gd name="connsiteX23" fmla="*/ 29668 w 4127114"/>
              <a:gd name="connsiteY23" fmla="*/ 9043781 h 10695515"/>
              <a:gd name="connsiteX24" fmla="*/ 19124 w 4127114"/>
              <a:gd name="connsiteY24" fmla="*/ 8991028 h 10695515"/>
              <a:gd name="connsiteX25" fmla="*/ 29668 w 4127114"/>
              <a:gd name="connsiteY25" fmla="*/ 8936768 h 10695515"/>
              <a:gd name="connsiteX26" fmla="*/ 29668 w 4127114"/>
              <a:gd name="connsiteY26" fmla="*/ 8213677 h 10695515"/>
              <a:gd name="connsiteX27" fmla="*/ 29668 w 4127114"/>
              <a:gd name="connsiteY27" fmla="*/ 8117697 h 10695515"/>
              <a:gd name="connsiteX28" fmla="*/ 18430 w 4127114"/>
              <a:gd name="connsiteY28" fmla="*/ 8064088 h 10695515"/>
              <a:gd name="connsiteX29" fmla="*/ 5552 w 4127114"/>
              <a:gd name="connsiteY29" fmla="*/ 8009276 h 10695515"/>
              <a:gd name="connsiteX30" fmla="*/ 0 w 4127114"/>
              <a:gd name="connsiteY30" fmla="*/ 7956458 h 10695515"/>
              <a:gd name="connsiteX0" fmla="*/ 2074 w 4123636"/>
              <a:gd name="connsiteY0" fmla="*/ 8009276 h 10695515"/>
              <a:gd name="connsiteX1" fmla="*/ 3260 w 4123636"/>
              <a:gd name="connsiteY1" fmla="*/ 7873197 h 10695515"/>
              <a:gd name="connsiteX2" fmla="*/ 99 w 4123636"/>
              <a:gd name="connsiteY2" fmla="*/ 7844441 h 10695515"/>
              <a:gd name="connsiteX3" fmla="*/ 8242 w 4123636"/>
              <a:gd name="connsiteY3" fmla="*/ 7790887 h 10695515"/>
              <a:gd name="connsiteX4" fmla="*/ 15745 w 4123636"/>
              <a:gd name="connsiteY4" fmla="*/ 7712540 h 10695515"/>
              <a:gd name="connsiteX5" fmla="*/ 23741 w 4123636"/>
              <a:gd name="connsiteY5" fmla="*/ 7658609 h 10695515"/>
              <a:gd name="connsiteX6" fmla="*/ 26190 w 4123636"/>
              <a:gd name="connsiteY6" fmla="*/ 7648210 h 10695515"/>
              <a:gd name="connsiteX7" fmla="*/ 26190 w 4123636"/>
              <a:gd name="connsiteY7" fmla="*/ 7295316 h 10695515"/>
              <a:gd name="connsiteX8" fmla="*/ 23453 w 4123636"/>
              <a:gd name="connsiteY8" fmla="*/ 7269284 h 10695515"/>
              <a:gd name="connsiteX9" fmla="*/ 26190 w 4123636"/>
              <a:gd name="connsiteY9" fmla="*/ 7181458 h 10695515"/>
              <a:gd name="connsiteX10" fmla="*/ 22462 w 4123636"/>
              <a:gd name="connsiteY10" fmla="*/ 7168704 h 10695515"/>
              <a:gd name="connsiteX11" fmla="*/ 26190 w 4123636"/>
              <a:gd name="connsiteY11" fmla="*/ 7082840 h 10695515"/>
              <a:gd name="connsiteX12" fmla="*/ 17579 w 4123636"/>
              <a:gd name="connsiteY12" fmla="*/ 40543 h 10695515"/>
              <a:gd name="connsiteX13" fmla="*/ 42822 w 4123636"/>
              <a:gd name="connsiteY13" fmla="*/ 4670 h 10695515"/>
              <a:gd name="connsiteX14" fmla="*/ 63677 w 4123636"/>
              <a:gd name="connsiteY14" fmla="*/ 37 h 10695515"/>
              <a:gd name="connsiteX15" fmla="*/ 4085919 w 4123636"/>
              <a:gd name="connsiteY15" fmla="*/ 0 h 10695515"/>
              <a:gd name="connsiteX16" fmla="*/ 4119446 w 4123636"/>
              <a:gd name="connsiteY16" fmla="*/ 33528 h 10695515"/>
              <a:gd name="connsiteX17" fmla="*/ 4119445 w 4123636"/>
              <a:gd name="connsiteY17" fmla="*/ 10662081 h 10695515"/>
              <a:gd name="connsiteX18" fmla="*/ 4085918 w 4123636"/>
              <a:gd name="connsiteY18" fmla="*/ 10695514 h 10695515"/>
              <a:gd name="connsiteX19" fmla="*/ 4068411 w 4123636"/>
              <a:gd name="connsiteY19" fmla="*/ 10695514 h 10695515"/>
              <a:gd name="connsiteX20" fmla="*/ 4068411 w 4123636"/>
              <a:gd name="connsiteY20" fmla="*/ 10695515 h 10695515"/>
              <a:gd name="connsiteX21" fmla="*/ 63663 w 4123636"/>
              <a:gd name="connsiteY21" fmla="*/ 10695515 h 10695515"/>
              <a:gd name="connsiteX22" fmla="*/ 26190 w 4123636"/>
              <a:gd name="connsiteY22" fmla="*/ 10659953 h 10695515"/>
              <a:gd name="connsiteX23" fmla="*/ 26190 w 4123636"/>
              <a:gd name="connsiteY23" fmla="*/ 9043781 h 10695515"/>
              <a:gd name="connsiteX24" fmla="*/ 15646 w 4123636"/>
              <a:gd name="connsiteY24" fmla="*/ 8991028 h 10695515"/>
              <a:gd name="connsiteX25" fmla="*/ 26190 w 4123636"/>
              <a:gd name="connsiteY25" fmla="*/ 8936768 h 10695515"/>
              <a:gd name="connsiteX26" fmla="*/ 26190 w 4123636"/>
              <a:gd name="connsiteY26" fmla="*/ 8213677 h 10695515"/>
              <a:gd name="connsiteX27" fmla="*/ 26190 w 4123636"/>
              <a:gd name="connsiteY27" fmla="*/ 8117697 h 10695515"/>
              <a:gd name="connsiteX28" fmla="*/ 14952 w 4123636"/>
              <a:gd name="connsiteY28" fmla="*/ 8064088 h 10695515"/>
              <a:gd name="connsiteX29" fmla="*/ 2074 w 4123636"/>
              <a:gd name="connsiteY29" fmla="*/ 8009276 h 10695515"/>
              <a:gd name="connsiteX0" fmla="*/ 2471 w 4124033"/>
              <a:gd name="connsiteY0" fmla="*/ 8009276 h 10695515"/>
              <a:gd name="connsiteX1" fmla="*/ 496 w 4124033"/>
              <a:gd name="connsiteY1" fmla="*/ 7844441 h 10695515"/>
              <a:gd name="connsiteX2" fmla="*/ 8639 w 4124033"/>
              <a:gd name="connsiteY2" fmla="*/ 7790887 h 10695515"/>
              <a:gd name="connsiteX3" fmla="*/ 16142 w 4124033"/>
              <a:gd name="connsiteY3" fmla="*/ 7712540 h 10695515"/>
              <a:gd name="connsiteX4" fmla="*/ 24138 w 4124033"/>
              <a:gd name="connsiteY4" fmla="*/ 7658609 h 10695515"/>
              <a:gd name="connsiteX5" fmla="*/ 26587 w 4124033"/>
              <a:gd name="connsiteY5" fmla="*/ 7648210 h 10695515"/>
              <a:gd name="connsiteX6" fmla="*/ 26587 w 4124033"/>
              <a:gd name="connsiteY6" fmla="*/ 7295316 h 10695515"/>
              <a:gd name="connsiteX7" fmla="*/ 23850 w 4124033"/>
              <a:gd name="connsiteY7" fmla="*/ 7269284 h 10695515"/>
              <a:gd name="connsiteX8" fmla="*/ 26587 w 4124033"/>
              <a:gd name="connsiteY8" fmla="*/ 7181458 h 10695515"/>
              <a:gd name="connsiteX9" fmla="*/ 22859 w 4124033"/>
              <a:gd name="connsiteY9" fmla="*/ 7168704 h 10695515"/>
              <a:gd name="connsiteX10" fmla="*/ 26587 w 4124033"/>
              <a:gd name="connsiteY10" fmla="*/ 7082840 h 10695515"/>
              <a:gd name="connsiteX11" fmla="*/ 17976 w 4124033"/>
              <a:gd name="connsiteY11" fmla="*/ 40543 h 10695515"/>
              <a:gd name="connsiteX12" fmla="*/ 43219 w 4124033"/>
              <a:gd name="connsiteY12" fmla="*/ 4670 h 10695515"/>
              <a:gd name="connsiteX13" fmla="*/ 64074 w 4124033"/>
              <a:gd name="connsiteY13" fmla="*/ 37 h 10695515"/>
              <a:gd name="connsiteX14" fmla="*/ 4086316 w 4124033"/>
              <a:gd name="connsiteY14" fmla="*/ 0 h 10695515"/>
              <a:gd name="connsiteX15" fmla="*/ 4119843 w 4124033"/>
              <a:gd name="connsiteY15" fmla="*/ 33528 h 10695515"/>
              <a:gd name="connsiteX16" fmla="*/ 4119842 w 4124033"/>
              <a:gd name="connsiteY16" fmla="*/ 10662081 h 10695515"/>
              <a:gd name="connsiteX17" fmla="*/ 4086315 w 4124033"/>
              <a:gd name="connsiteY17" fmla="*/ 10695514 h 10695515"/>
              <a:gd name="connsiteX18" fmla="*/ 4068808 w 4124033"/>
              <a:gd name="connsiteY18" fmla="*/ 10695514 h 10695515"/>
              <a:gd name="connsiteX19" fmla="*/ 4068808 w 4124033"/>
              <a:gd name="connsiteY19" fmla="*/ 10695515 h 10695515"/>
              <a:gd name="connsiteX20" fmla="*/ 64060 w 4124033"/>
              <a:gd name="connsiteY20" fmla="*/ 10695515 h 10695515"/>
              <a:gd name="connsiteX21" fmla="*/ 26587 w 4124033"/>
              <a:gd name="connsiteY21" fmla="*/ 10659953 h 10695515"/>
              <a:gd name="connsiteX22" fmla="*/ 26587 w 4124033"/>
              <a:gd name="connsiteY22" fmla="*/ 9043781 h 10695515"/>
              <a:gd name="connsiteX23" fmla="*/ 16043 w 4124033"/>
              <a:gd name="connsiteY23" fmla="*/ 8991028 h 10695515"/>
              <a:gd name="connsiteX24" fmla="*/ 26587 w 4124033"/>
              <a:gd name="connsiteY24" fmla="*/ 8936768 h 10695515"/>
              <a:gd name="connsiteX25" fmla="*/ 26587 w 4124033"/>
              <a:gd name="connsiteY25" fmla="*/ 8213677 h 10695515"/>
              <a:gd name="connsiteX26" fmla="*/ 26587 w 4124033"/>
              <a:gd name="connsiteY26" fmla="*/ 8117697 h 10695515"/>
              <a:gd name="connsiteX27" fmla="*/ 15349 w 4124033"/>
              <a:gd name="connsiteY27" fmla="*/ 8064088 h 10695515"/>
              <a:gd name="connsiteX28" fmla="*/ 2471 w 4124033"/>
              <a:gd name="connsiteY28" fmla="*/ 8009276 h 10695515"/>
              <a:gd name="connsiteX0" fmla="*/ 14853 w 4123537"/>
              <a:gd name="connsiteY0" fmla="*/ 8064088 h 10695515"/>
              <a:gd name="connsiteX1" fmla="*/ 0 w 4123537"/>
              <a:gd name="connsiteY1" fmla="*/ 7844441 h 10695515"/>
              <a:gd name="connsiteX2" fmla="*/ 8143 w 4123537"/>
              <a:gd name="connsiteY2" fmla="*/ 7790887 h 10695515"/>
              <a:gd name="connsiteX3" fmla="*/ 15646 w 4123537"/>
              <a:gd name="connsiteY3" fmla="*/ 7712540 h 10695515"/>
              <a:gd name="connsiteX4" fmla="*/ 23642 w 4123537"/>
              <a:gd name="connsiteY4" fmla="*/ 7658609 h 10695515"/>
              <a:gd name="connsiteX5" fmla="*/ 26091 w 4123537"/>
              <a:gd name="connsiteY5" fmla="*/ 7648210 h 10695515"/>
              <a:gd name="connsiteX6" fmla="*/ 26091 w 4123537"/>
              <a:gd name="connsiteY6" fmla="*/ 7295316 h 10695515"/>
              <a:gd name="connsiteX7" fmla="*/ 23354 w 4123537"/>
              <a:gd name="connsiteY7" fmla="*/ 7269284 h 10695515"/>
              <a:gd name="connsiteX8" fmla="*/ 26091 w 4123537"/>
              <a:gd name="connsiteY8" fmla="*/ 7181458 h 10695515"/>
              <a:gd name="connsiteX9" fmla="*/ 22363 w 4123537"/>
              <a:gd name="connsiteY9" fmla="*/ 7168704 h 10695515"/>
              <a:gd name="connsiteX10" fmla="*/ 26091 w 4123537"/>
              <a:gd name="connsiteY10" fmla="*/ 7082840 h 10695515"/>
              <a:gd name="connsiteX11" fmla="*/ 17480 w 4123537"/>
              <a:gd name="connsiteY11" fmla="*/ 40543 h 10695515"/>
              <a:gd name="connsiteX12" fmla="*/ 42723 w 4123537"/>
              <a:gd name="connsiteY12" fmla="*/ 4670 h 10695515"/>
              <a:gd name="connsiteX13" fmla="*/ 63578 w 4123537"/>
              <a:gd name="connsiteY13" fmla="*/ 37 h 10695515"/>
              <a:gd name="connsiteX14" fmla="*/ 4085820 w 4123537"/>
              <a:gd name="connsiteY14" fmla="*/ 0 h 10695515"/>
              <a:gd name="connsiteX15" fmla="*/ 4119347 w 4123537"/>
              <a:gd name="connsiteY15" fmla="*/ 33528 h 10695515"/>
              <a:gd name="connsiteX16" fmla="*/ 4119346 w 4123537"/>
              <a:gd name="connsiteY16" fmla="*/ 10662081 h 10695515"/>
              <a:gd name="connsiteX17" fmla="*/ 4085819 w 4123537"/>
              <a:gd name="connsiteY17" fmla="*/ 10695514 h 10695515"/>
              <a:gd name="connsiteX18" fmla="*/ 4068312 w 4123537"/>
              <a:gd name="connsiteY18" fmla="*/ 10695514 h 10695515"/>
              <a:gd name="connsiteX19" fmla="*/ 4068312 w 4123537"/>
              <a:gd name="connsiteY19" fmla="*/ 10695515 h 10695515"/>
              <a:gd name="connsiteX20" fmla="*/ 63564 w 4123537"/>
              <a:gd name="connsiteY20" fmla="*/ 10695515 h 10695515"/>
              <a:gd name="connsiteX21" fmla="*/ 26091 w 4123537"/>
              <a:gd name="connsiteY21" fmla="*/ 10659953 h 10695515"/>
              <a:gd name="connsiteX22" fmla="*/ 26091 w 4123537"/>
              <a:gd name="connsiteY22" fmla="*/ 9043781 h 10695515"/>
              <a:gd name="connsiteX23" fmla="*/ 15547 w 4123537"/>
              <a:gd name="connsiteY23" fmla="*/ 8991028 h 10695515"/>
              <a:gd name="connsiteX24" fmla="*/ 26091 w 4123537"/>
              <a:gd name="connsiteY24" fmla="*/ 8936768 h 10695515"/>
              <a:gd name="connsiteX25" fmla="*/ 26091 w 4123537"/>
              <a:gd name="connsiteY25" fmla="*/ 8213677 h 10695515"/>
              <a:gd name="connsiteX26" fmla="*/ 26091 w 4123537"/>
              <a:gd name="connsiteY26" fmla="*/ 8117697 h 10695515"/>
              <a:gd name="connsiteX27" fmla="*/ 14853 w 4123537"/>
              <a:gd name="connsiteY27" fmla="*/ 8064088 h 10695515"/>
              <a:gd name="connsiteX0" fmla="*/ 6714 w 4115398"/>
              <a:gd name="connsiteY0" fmla="*/ 8064088 h 10695515"/>
              <a:gd name="connsiteX1" fmla="*/ 4 w 4115398"/>
              <a:gd name="connsiteY1" fmla="*/ 7790887 h 10695515"/>
              <a:gd name="connsiteX2" fmla="*/ 7507 w 4115398"/>
              <a:gd name="connsiteY2" fmla="*/ 7712540 h 10695515"/>
              <a:gd name="connsiteX3" fmla="*/ 15503 w 4115398"/>
              <a:gd name="connsiteY3" fmla="*/ 7658609 h 10695515"/>
              <a:gd name="connsiteX4" fmla="*/ 17952 w 4115398"/>
              <a:gd name="connsiteY4" fmla="*/ 7648210 h 10695515"/>
              <a:gd name="connsiteX5" fmla="*/ 17952 w 4115398"/>
              <a:gd name="connsiteY5" fmla="*/ 7295316 h 10695515"/>
              <a:gd name="connsiteX6" fmla="*/ 15215 w 4115398"/>
              <a:gd name="connsiteY6" fmla="*/ 7269284 h 10695515"/>
              <a:gd name="connsiteX7" fmla="*/ 17952 w 4115398"/>
              <a:gd name="connsiteY7" fmla="*/ 7181458 h 10695515"/>
              <a:gd name="connsiteX8" fmla="*/ 14224 w 4115398"/>
              <a:gd name="connsiteY8" fmla="*/ 7168704 h 10695515"/>
              <a:gd name="connsiteX9" fmla="*/ 17952 w 4115398"/>
              <a:gd name="connsiteY9" fmla="*/ 7082840 h 10695515"/>
              <a:gd name="connsiteX10" fmla="*/ 9341 w 4115398"/>
              <a:gd name="connsiteY10" fmla="*/ 40543 h 10695515"/>
              <a:gd name="connsiteX11" fmla="*/ 34584 w 4115398"/>
              <a:gd name="connsiteY11" fmla="*/ 4670 h 10695515"/>
              <a:gd name="connsiteX12" fmla="*/ 55439 w 4115398"/>
              <a:gd name="connsiteY12" fmla="*/ 37 h 10695515"/>
              <a:gd name="connsiteX13" fmla="*/ 4077681 w 4115398"/>
              <a:gd name="connsiteY13" fmla="*/ 0 h 10695515"/>
              <a:gd name="connsiteX14" fmla="*/ 4111208 w 4115398"/>
              <a:gd name="connsiteY14" fmla="*/ 33528 h 10695515"/>
              <a:gd name="connsiteX15" fmla="*/ 4111207 w 4115398"/>
              <a:gd name="connsiteY15" fmla="*/ 10662081 h 10695515"/>
              <a:gd name="connsiteX16" fmla="*/ 4077680 w 4115398"/>
              <a:gd name="connsiteY16" fmla="*/ 10695514 h 10695515"/>
              <a:gd name="connsiteX17" fmla="*/ 4060173 w 4115398"/>
              <a:gd name="connsiteY17" fmla="*/ 10695514 h 10695515"/>
              <a:gd name="connsiteX18" fmla="*/ 4060173 w 4115398"/>
              <a:gd name="connsiteY18" fmla="*/ 10695515 h 10695515"/>
              <a:gd name="connsiteX19" fmla="*/ 55425 w 4115398"/>
              <a:gd name="connsiteY19" fmla="*/ 10695515 h 10695515"/>
              <a:gd name="connsiteX20" fmla="*/ 17952 w 4115398"/>
              <a:gd name="connsiteY20" fmla="*/ 10659953 h 10695515"/>
              <a:gd name="connsiteX21" fmla="*/ 17952 w 4115398"/>
              <a:gd name="connsiteY21" fmla="*/ 9043781 h 10695515"/>
              <a:gd name="connsiteX22" fmla="*/ 7408 w 4115398"/>
              <a:gd name="connsiteY22" fmla="*/ 8991028 h 10695515"/>
              <a:gd name="connsiteX23" fmla="*/ 17952 w 4115398"/>
              <a:gd name="connsiteY23" fmla="*/ 8936768 h 10695515"/>
              <a:gd name="connsiteX24" fmla="*/ 17952 w 4115398"/>
              <a:gd name="connsiteY24" fmla="*/ 8213677 h 10695515"/>
              <a:gd name="connsiteX25" fmla="*/ 17952 w 4115398"/>
              <a:gd name="connsiteY25" fmla="*/ 8117697 h 10695515"/>
              <a:gd name="connsiteX26" fmla="*/ 6714 w 4115398"/>
              <a:gd name="connsiteY26" fmla="*/ 8064088 h 10695515"/>
              <a:gd name="connsiteX0" fmla="*/ 293 w 4108977"/>
              <a:gd name="connsiteY0" fmla="*/ 8064088 h 10695515"/>
              <a:gd name="connsiteX1" fmla="*/ 18363 w 4108977"/>
              <a:gd name="connsiteY1" fmla="*/ 7826418 h 10695515"/>
              <a:gd name="connsiteX2" fmla="*/ 1086 w 4108977"/>
              <a:gd name="connsiteY2" fmla="*/ 7712540 h 10695515"/>
              <a:gd name="connsiteX3" fmla="*/ 9082 w 4108977"/>
              <a:gd name="connsiteY3" fmla="*/ 7658609 h 10695515"/>
              <a:gd name="connsiteX4" fmla="*/ 11531 w 4108977"/>
              <a:gd name="connsiteY4" fmla="*/ 7648210 h 10695515"/>
              <a:gd name="connsiteX5" fmla="*/ 11531 w 4108977"/>
              <a:gd name="connsiteY5" fmla="*/ 7295316 h 10695515"/>
              <a:gd name="connsiteX6" fmla="*/ 8794 w 4108977"/>
              <a:gd name="connsiteY6" fmla="*/ 7269284 h 10695515"/>
              <a:gd name="connsiteX7" fmla="*/ 11531 w 4108977"/>
              <a:gd name="connsiteY7" fmla="*/ 7181458 h 10695515"/>
              <a:gd name="connsiteX8" fmla="*/ 7803 w 4108977"/>
              <a:gd name="connsiteY8" fmla="*/ 7168704 h 10695515"/>
              <a:gd name="connsiteX9" fmla="*/ 11531 w 4108977"/>
              <a:gd name="connsiteY9" fmla="*/ 7082840 h 10695515"/>
              <a:gd name="connsiteX10" fmla="*/ 2920 w 4108977"/>
              <a:gd name="connsiteY10" fmla="*/ 40543 h 10695515"/>
              <a:gd name="connsiteX11" fmla="*/ 28163 w 4108977"/>
              <a:gd name="connsiteY11" fmla="*/ 4670 h 10695515"/>
              <a:gd name="connsiteX12" fmla="*/ 49018 w 4108977"/>
              <a:gd name="connsiteY12" fmla="*/ 37 h 10695515"/>
              <a:gd name="connsiteX13" fmla="*/ 4071260 w 4108977"/>
              <a:gd name="connsiteY13" fmla="*/ 0 h 10695515"/>
              <a:gd name="connsiteX14" fmla="*/ 4104787 w 4108977"/>
              <a:gd name="connsiteY14" fmla="*/ 33528 h 10695515"/>
              <a:gd name="connsiteX15" fmla="*/ 4104786 w 4108977"/>
              <a:gd name="connsiteY15" fmla="*/ 10662081 h 10695515"/>
              <a:gd name="connsiteX16" fmla="*/ 4071259 w 4108977"/>
              <a:gd name="connsiteY16" fmla="*/ 10695514 h 10695515"/>
              <a:gd name="connsiteX17" fmla="*/ 4053752 w 4108977"/>
              <a:gd name="connsiteY17" fmla="*/ 10695514 h 10695515"/>
              <a:gd name="connsiteX18" fmla="*/ 4053752 w 4108977"/>
              <a:gd name="connsiteY18" fmla="*/ 10695515 h 10695515"/>
              <a:gd name="connsiteX19" fmla="*/ 49004 w 4108977"/>
              <a:gd name="connsiteY19" fmla="*/ 10695515 h 10695515"/>
              <a:gd name="connsiteX20" fmla="*/ 11531 w 4108977"/>
              <a:gd name="connsiteY20" fmla="*/ 10659953 h 10695515"/>
              <a:gd name="connsiteX21" fmla="*/ 11531 w 4108977"/>
              <a:gd name="connsiteY21" fmla="*/ 9043781 h 10695515"/>
              <a:gd name="connsiteX22" fmla="*/ 987 w 4108977"/>
              <a:gd name="connsiteY22" fmla="*/ 8991028 h 10695515"/>
              <a:gd name="connsiteX23" fmla="*/ 11531 w 4108977"/>
              <a:gd name="connsiteY23" fmla="*/ 8936768 h 10695515"/>
              <a:gd name="connsiteX24" fmla="*/ 11531 w 4108977"/>
              <a:gd name="connsiteY24" fmla="*/ 8213677 h 10695515"/>
              <a:gd name="connsiteX25" fmla="*/ 11531 w 4108977"/>
              <a:gd name="connsiteY25" fmla="*/ 8117697 h 10695515"/>
              <a:gd name="connsiteX26" fmla="*/ 293 w 4108977"/>
              <a:gd name="connsiteY26" fmla="*/ 8064088 h 10695515"/>
              <a:gd name="connsiteX0" fmla="*/ 10544 w 4107990"/>
              <a:gd name="connsiteY0" fmla="*/ 8117697 h 10695515"/>
              <a:gd name="connsiteX1" fmla="*/ 17376 w 4107990"/>
              <a:gd name="connsiteY1" fmla="*/ 7826418 h 10695515"/>
              <a:gd name="connsiteX2" fmla="*/ 99 w 4107990"/>
              <a:gd name="connsiteY2" fmla="*/ 7712540 h 10695515"/>
              <a:gd name="connsiteX3" fmla="*/ 8095 w 4107990"/>
              <a:gd name="connsiteY3" fmla="*/ 7658609 h 10695515"/>
              <a:gd name="connsiteX4" fmla="*/ 10544 w 4107990"/>
              <a:gd name="connsiteY4" fmla="*/ 7648210 h 10695515"/>
              <a:gd name="connsiteX5" fmla="*/ 10544 w 4107990"/>
              <a:gd name="connsiteY5" fmla="*/ 7295316 h 10695515"/>
              <a:gd name="connsiteX6" fmla="*/ 7807 w 4107990"/>
              <a:gd name="connsiteY6" fmla="*/ 7269284 h 10695515"/>
              <a:gd name="connsiteX7" fmla="*/ 10544 w 4107990"/>
              <a:gd name="connsiteY7" fmla="*/ 7181458 h 10695515"/>
              <a:gd name="connsiteX8" fmla="*/ 6816 w 4107990"/>
              <a:gd name="connsiteY8" fmla="*/ 7168704 h 10695515"/>
              <a:gd name="connsiteX9" fmla="*/ 10544 w 4107990"/>
              <a:gd name="connsiteY9" fmla="*/ 7082840 h 10695515"/>
              <a:gd name="connsiteX10" fmla="*/ 1933 w 4107990"/>
              <a:gd name="connsiteY10" fmla="*/ 40543 h 10695515"/>
              <a:gd name="connsiteX11" fmla="*/ 27176 w 4107990"/>
              <a:gd name="connsiteY11" fmla="*/ 4670 h 10695515"/>
              <a:gd name="connsiteX12" fmla="*/ 48031 w 4107990"/>
              <a:gd name="connsiteY12" fmla="*/ 37 h 10695515"/>
              <a:gd name="connsiteX13" fmla="*/ 4070273 w 4107990"/>
              <a:gd name="connsiteY13" fmla="*/ 0 h 10695515"/>
              <a:gd name="connsiteX14" fmla="*/ 4103800 w 4107990"/>
              <a:gd name="connsiteY14" fmla="*/ 33528 h 10695515"/>
              <a:gd name="connsiteX15" fmla="*/ 4103799 w 4107990"/>
              <a:gd name="connsiteY15" fmla="*/ 10662081 h 10695515"/>
              <a:gd name="connsiteX16" fmla="*/ 4070272 w 4107990"/>
              <a:gd name="connsiteY16" fmla="*/ 10695514 h 10695515"/>
              <a:gd name="connsiteX17" fmla="*/ 4052765 w 4107990"/>
              <a:gd name="connsiteY17" fmla="*/ 10695514 h 10695515"/>
              <a:gd name="connsiteX18" fmla="*/ 4052765 w 4107990"/>
              <a:gd name="connsiteY18" fmla="*/ 10695515 h 10695515"/>
              <a:gd name="connsiteX19" fmla="*/ 48017 w 4107990"/>
              <a:gd name="connsiteY19" fmla="*/ 10695515 h 10695515"/>
              <a:gd name="connsiteX20" fmla="*/ 10544 w 4107990"/>
              <a:gd name="connsiteY20" fmla="*/ 10659953 h 10695515"/>
              <a:gd name="connsiteX21" fmla="*/ 10544 w 4107990"/>
              <a:gd name="connsiteY21" fmla="*/ 9043781 h 10695515"/>
              <a:gd name="connsiteX22" fmla="*/ 0 w 4107990"/>
              <a:gd name="connsiteY22" fmla="*/ 8991028 h 10695515"/>
              <a:gd name="connsiteX23" fmla="*/ 10544 w 4107990"/>
              <a:gd name="connsiteY23" fmla="*/ 8936768 h 10695515"/>
              <a:gd name="connsiteX24" fmla="*/ 10544 w 4107990"/>
              <a:gd name="connsiteY24" fmla="*/ 8213677 h 10695515"/>
              <a:gd name="connsiteX25" fmla="*/ 10544 w 4107990"/>
              <a:gd name="connsiteY25" fmla="*/ 8117697 h 10695515"/>
              <a:gd name="connsiteX0" fmla="*/ 10445 w 4107891"/>
              <a:gd name="connsiteY0" fmla="*/ 8117697 h 10695515"/>
              <a:gd name="connsiteX1" fmla="*/ 17277 w 4107891"/>
              <a:gd name="connsiteY1" fmla="*/ 7826418 h 10695515"/>
              <a:gd name="connsiteX2" fmla="*/ 0 w 4107891"/>
              <a:gd name="connsiteY2" fmla="*/ 7712540 h 10695515"/>
              <a:gd name="connsiteX3" fmla="*/ 7996 w 4107891"/>
              <a:gd name="connsiteY3" fmla="*/ 7658609 h 10695515"/>
              <a:gd name="connsiteX4" fmla="*/ 10445 w 4107891"/>
              <a:gd name="connsiteY4" fmla="*/ 7648210 h 10695515"/>
              <a:gd name="connsiteX5" fmla="*/ 10445 w 4107891"/>
              <a:gd name="connsiteY5" fmla="*/ 7295316 h 10695515"/>
              <a:gd name="connsiteX6" fmla="*/ 7708 w 4107891"/>
              <a:gd name="connsiteY6" fmla="*/ 7269284 h 10695515"/>
              <a:gd name="connsiteX7" fmla="*/ 10445 w 4107891"/>
              <a:gd name="connsiteY7" fmla="*/ 7181458 h 10695515"/>
              <a:gd name="connsiteX8" fmla="*/ 6717 w 4107891"/>
              <a:gd name="connsiteY8" fmla="*/ 7168704 h 10695515"/>
              <a:gd name="connsiteX9" fmla="*/ 10445 w 4107891"/>
              <a:gd name="connsiteY9" fmla="*/ 7082840 h 10695515"/>
              <a:gd name="connsiteX10" fmla="*/ 1834 w 4107891"/>
              <a:gd name="connsiteY10" fmla="*/ 40543 h 10695515"/>
              <a:gd name="connsiteX11" fmla="*/ 27077 w 4107891"/>
              <a:gd name="connsiteY11" fmla="*/ 4670 h 10695515"/>
              <a:gd name="connsiteX12" fmla="*/ 47932 w 4107891"/>
              <a:gd name="connsiteY12" fmla="*/ 37 h 10695515"/>
              <a:gd name="connsiteX13" fmla="*/ 4070174 w 4107891"/>
              <a:gd name="connsiteY13" fmla="*/ 0 h 10695515"/>
              <a:gd name="connsiteX14" fmla="*/ 4103701 w 4107891"/>
              <a:gd name="connsiteY14" fmla="*/ 33528 h 10695515"/>
              <a:gd name="connsiteX15" fmla="*/ 4103700 w 4107891"/>
              <a:gd name="connsiteY15" fmla="*/ 10662081 h 10695515"/>
              <a:gd name="connsiteX16" fmla="*/ 4070173 w 4107891"/>
              <a:gd name="connsiteY16" fmla="*/ 10695514 h 10695515"/>
              <a:gd name="connsiteX17" fmla="*/ 4052666 w 4107891"/>
              <a:gd name="connsiteY17" fmla="*/ 10695514 h 10695515"/>
              <a:gd name="connsiteX18" fmla="*/ 4052666 w 4107891"/>
              <a:gd name="connsiteY18" fmla="*/ 10695515 h 10695515"/>
              <a:gd name="connsiteX19" fmla="*/ 47918 w 4107891"/>
              <a:gd name="connsiteY19" fmla="*/ 10695515 h 10695515"/>
              <a:gd name="connsiteX20" fmla="*/ 10445 w 4107891"/>
              <a:gd name="connsiteY20" fmla="*/ 10659953 h 10695515"/>
              <a:gd name="connsiteX21" fmla="*/ 10445 w 4107891"/>
              <a:gd name="connsiteY21" fmla="*/ 9043781 h 10695515"/>
              <a:gd name="connsiteX22" fmla="*/ 10445 w 4107891"/>
              <a:gd name="connsiteY22" fmla="*/ 8936768 h 10695515"/>
              <a:gd name="connsiteX23" fmla="*/ 10445 w 4107891"/>
              <a:gd name="connsiteY23" fmla="*/ 8213677 h 10695515"/>
              <a:gd name="connsiteX24" fmla="*/ 10445 w 4107891"/>
              <a:gd name="connsiteY24" fmla="*/ 8117697 h 10695515"/>
              <a:gd name="connsiteX0" fmla="*/ 10445 w 4107891"/>
              <a:gd name="connsiteY0" fmla="*/ 8117697 h 10695515"/>
              <a:gd name="connsiteX1" fmla="*/ 17277 w 4107891"/>
              <a:gd name="connsiteY1" fmla="*/ 7826418 h 10695515"/>
              <a:gd name="connsiteX2" fmla="*/ 0 w 4107891"/>
              <a:gd name="connsiteY2" fmla="*/ 7712540 h 10695515"/>
              <a:gd name="connsiteX3" fmla="*/ 7996 w 4107891"/>
              <a:gd name="connsiteY3" fmla="*/ 7658609 h 10695515"/>
              <a:gd name="connsiteX4" fmla="*/ 10445 w 4107891"/>
              <a:gd name="connsiteY4" fmla="*/ 7648210 h 10695515"/>
              <a:gd name="connsiteX5" fmla="*/ 10445 w 4107891"/>
              <a:gd name="connsiteY5" fmla="*/ 7295316 h 10695515"/>
              <a:gd name="connsiteX6" fmla="*/ 7708 w 4107891"/>
              <a:gd name="connsiteY6" fmla="*/ 7269284 h 10695515"/>
              <a:gd name="connsiteX7" fmla="*/ 10445 w 4107891"/>
              <a:gd name="connsiteY7" fmla="*/ 7181458 h 10695515"/>
              <a:gd name="connsiteX8" fmla="*/ 6717 w 4107891"/>
              <a:gd name="connsiteY8" fmla="*/ 7168704 h 10695515"/>
              <a:gd name="connsiteX9" fmla="*/ 10445 w 4107891"/>
              <a:gd name="connsiteY9" fmla="*/ 7082840 h 10695515"/>
              <a:gd name="connsiteX10" fmla="*/ 1834 w 4107891"/>
              <a:gd name="connsiteY10" fmla="*/ 40543 h 10695515"/>
              <a:gd name="connsiteX11" fmla="*/ 27077 w 4107891"/>
              <a:gd name="connsiteY11" fmla="*/ 4670 h 10695515"/>
              <a:gd name="connsiteX12" fmla="*/ 47932 w 4107891"/>
              <a:gd name="connsiteY12" fmla="*/ 37 h 10695515"/>
              <a:gd name="connsiteX13" fmla="*/ 4070174 w 4107891"/>
              <a:gd name="connsiteY13" fmla="*/ 0 h 10695515"/>
              <a:gd name="connsiteX14" fmla="*/ 4103701 w 4107891"/>
              <a:gd name="connsiteY14" fmla="*/ 33528 h 10695515"/>
              <a:gd name="connsiteX15" fmla="*/ 4103700 w 4107891"/>
              <a:gd name="connsiteY15" fmla="*/ 10662081 h 10695515"/>
              <a:gd name="connsiteX16" fmla="*/ 4070173 w 4107891"/>
              <a:gd name="connsiteY16" fmla="*/ 10695514 h 10695515"/>
              <a:gd name="connsiteX17" fmla="*/ 4052666 w 4107891"/>
              <a:gd name="connsiteY17" fmla="*/ 10695514 h 10695515"/>
              <a:gd name="connsiteX18" fmla="*/ 4052666 w 4107891"/>
              <a:gd name="connsiteY18" fmla="*/ 10695515 h 10695515"/>
              <a:gd name="connsiteX19" fmla="*/ 47918 w 4107891"/>
              <a:gd name="connsiteY19" fmla="*/ 10695515 h 10695515"/>
              <a:gd name="connsiteX20" fmla="*/ 10445 w 4107891"/>
              <a:gd name="connsiteY20" fmla="*/ 10659953 h 10695515"/>
              <a:gd name="connsiteX21" fmla="*/ 10445 w 4107891"/>
              <a:gd name="connsiteY21" fmla="*/ 9043781 h 10695515"/>
              <a:gd name="connsiteX22" fmla="*/ 10445 w 4107891"/>
              <a:gd name="connsiteY22" fmla="*/ 8213677 h 10695515"/>
              <a:gd name="connsiteX23" fmla="*/ 10445 w 4107891"/>
              <a:gd name="connsiteY23" fmla="*/ 8117697 h 10695515"/>
              <a:gd name="connsiteX0" fmla="*/ 10445 w 4107891"/>
              <a:gd name="connsiteY0" fmla="*/ 8117697 h 10695515"/>
              <a:gd name="connsiteX1" fmla="*/ 17277 w 4107891"/>
              <a:gd name="connsiteY1" fmla="*/ 7826418 h 10695515"/>
              <a:gd name="connsiteX2" fmla="*/ 0 w 4107891"/>
              <a:gd name="connsiteY2" fmla="*/ 7712540 h 10695515"/>
              <a:gd name="connsiteX3" fmla="*/ 7996 w 4107891"/>
              <a:gd name="connsiteY3" fmla="*/ 7658609 h 10695515"/>
              <a:gd name="connsiteX4" fmla="*/ 10445 w 4107891"/>
              <a:gd name="connsiteY4" fmla="*/ 7648210 h 10695515"/>
              <a:gd name="connsiteX5" fmla="*/ 10445 w 4107891"/>
              <a:gd name="connsiteY5" fmla="*/ 7295316 h 10695515"/>
              <a:gd name="connsiteX6" fmla="*/ 7708 w 4107891"/>
              <a:gd name="connsiteY6" fmla="*/ 7269284 h 10695515"/>
              <a:gd name="connsiteX7" fmla="*/ 10445 w 4107891"/>
              <a:gd name="connsiteY7" fmla="*/ 7181458 h 10695515"/>
              <a:gd name="connsiteX8" fmla="*/ 6717 w 4107891"/>
              <a:gd name="connsiteY8" fmla="*/ 7168704 h 10695515"/>
              <a:gd name="connsiteX9" fmla="*/ 10445 w 4107891"/>
              <a:gd name="connsiteY9" fmla="*/ 7082840 h 10695515"/>
              <a:gd name="connsiteX10" fmla="*/ 1834 w 4107891"/>
              <a:gd name="connsiteY10" fmla="*/ 40543 h 10695515"/>
              <a:gd name="connsiteX11" fmla="*/ 27077 w 4107891"/>
              <a:gd name="connsiteY11" fmla="*/ 4670 h 10695515"/>
              <a:gd name="connsiteX12" fmla="*/ 47932 w 4107891"/>
              <a:gd name="connsiteY12" fmla="*/ 37 h 10695515"/>
              <a:gd name="connsiteX13" fmla="*/ 4070174 w 4107891"/>
              <a:gd name="connsiteY13" fmla="*/ 0 h 10695515"/>
              <a:gd name="connsiteX14" fmla="*/ 4103701 w 4107891"/>
              <a:gd name="connsiteY14" fmla="*/ 33528 h 10695515"/>
              <a:gd name="connsiteX15" fmla="*/ 4103700 w 4107891"/>
              <a:gd name="connsiteY15" fmla="*/ 10662081 h 10695515"/>
              <a:gd name="connsiteX16" fmla="*/ 4070173 w 4107891"/>
              <a:gd name="connsiteY16" fmla="*/ 10695514 h 10695515"/>
              <a:gd name="connsiteX17" fmla="*/ 4052666 w 4107891"/>
              <a:gd name="connsiteY17" fmla="*/ 10695514 h 10695515"/>
              <a:gd name="connsiteX18" fmla="*/ 4052666 w 4107891"/>
              <a:gd name="connsiteY18" fmla="*/ 10695515 h 10695515"/>
              <a:gd name="connsiteX19" fmla="*/ 47918 w 4107891"/>
              <a:gd name="connsiteY19" fmla="*/ 10695515 h 10695515"/>
              <a:gd name="connsiteX20" fmla="*/ 10445 w 4107891"/>
              <a:gd name="connsiteY20" fmla="*/ 10659953 h 10695515"/>
              <a:gd name="connsiteX21" fmla="*/ 10445 w 4107891"/>
              <a:gd name="connsiteY21" fmla="*/ 8213677 h 10695515"/>
              <a:gd name="connsiteX22" fmla="*/ 10445 w 4107891"/>
              <a:gd name="connsiteY22" fmla="*/ 8117697 h 10695515"/>
              <a:gd name="connsiteX0" fmla="*/ 9074 w 4106520"/>
              <a:gd name="connsiteY0" fmla="*/ 8117697 h 10695515"/>
              <a:gd name="connsiteX1" fmla="*/ 15906 w 4106520"/>
              <a:gd name="connsiteY1" fmla="*/ 7826418 h 10695515"/>
              <a:gd name="connsiteX2" fmla="*/ 6625 w 4106520"/>
              <a:gd name="connsiteY2" fmla="*/ 7658609 h 10695515"/>
              <a:gd name="connsiteX3" fmla="*/ 9074 w 4106520"/>
              <a:gd name="connsiteY3" fmla="*/ 7648210 h 10695515"/>
              <a:gd name="connsiteX4" fmla="*/ 9074 w 4106520"/>
              <a:gd name="connsiteY4" fmla="*/ 7295316 h 10695515"/>
              <a:gd name="connsiteX5" fmla="*/ 6337 w 4106520"/>
              <a:gd name="connsiteY5" fmla="*/ 7269284 h 10695515"/>
              <a:gd name="connsiteX6" fmla="*/ 9074 w 4106520"/>
              <a:gd name="connsiteY6" fmla="*/ 7181458 h 10695515"/>
              <a:gd name="connsiteX7" fmla="*/ 5346 w 4106520"/>
              <a:gd name="connsiteY7" fmla="*/ 7168704 h 10695515"/>
              <a:gd name="connsiteX8" fmla="*/ 9074 w 4106520"/>
              <a:gd name="connsiteY8" fmla="*/ 7082840 h 10695515"/>
              <a:gd name="connsiteX9" fmla="*/ 463 w 4106520"/>
              <a:gd name="connsiteY9" fmla="*/ 40543 h 10695515"/>
              <a:gd name="connsiteX10" fmla="*/ 25706 w 4106520"/>
              <a:gd name="connsiteY10" fmla="*/ 4670 h 10695515"/>
              <a:gd name="connsiteX11" fmla="*/ 46561 w 4106520"/>
              <a:gd name="connsiteY11" fmla="*/ 37 h 10695515"/>
              <a:gd name="connsiteX12" fmla="*/ 4068803 w 4106520"/>
              <a:gd name="connsiteY12" fmla="*/ 0 h 10695515"/>
              <a:gd name="connsiteX13" fmla="*/ 4102330 w 4106520"/>
              <a:gd name="connsiteY13" fmla="*/ 33528 h 10695515"/>
              <a:gd name="connsiteX14" fmla="*/ 4102329 w 4106520"/>
              <a:gd name="connsiteY14" fmla="*/ 10662081 h 10695515"/>
              <a:gd name="connsiteX15" fmla="*/ 4068802 w 4106520"/>
              <a:gd name="connsiteY15" fmla="*/ 10695514 h 10695515"/>
              <a:gd name="connsiteX16" fmla="*/ 4051295 w 4106520"/>
              <a:gd name="connsiteY16" fmla="*/ 10695514 h 10695515"/>
              <a:gd name="connsiteX17" fmla="*/ 4051295 w 4106520"/>
              <a:gd name="connsiteY17" fmla="*/ 10695515 h 10695515"/>
              <a:gd name="connsiteX18" fmla="*/ 46547 w 4106520"/>
              <a:gd name="connsiteY18" fmla="*/ 10695515 h 10695515"/>
              <a:gd name="connsiteX19" fmla="*/ 9074 w 4106520"/>
              <a:gd name="connsiteY19" fmla="*/ 10659953 h 10695515"/>
              <a:gd name="connsiteX20" fmla="*/ 9074 w 4106520"/>
              <a:gd name="connsiteY20" fmla="*/ 8213677 h 10695515"/>
              <a:gd name="connsiteX21" fmla="*/ 9074 w 4106520"/>
              <a:gd name="connsiteY21" fmla="*/ 8117697 h 10695515"/>
              <a:gd name="connsiteX0" fmla="*/ 9074 w 4106520"/>
              <a:gd name="connsiteY0" fmla="*/ 8117697 h 10695515"/>
              <a:gd name="connsiteX1" fmla="*/ 15906 w 4106520"/>
              <a:gd name="connsiteY1" fmla="*/ 7826418 h 10695515"/>
              <a:gd name="connsiteX2" fmla="*/ 6625 w 4106520"/>
              <a:gd name="connsiteY2" fmla="*/ 7658609 h 10695515"/>
              <a:gd name="connsiteX3" fmla="*/ 9074 w 4106520"/>
              <a:gd name="connsiteY3" fmla="*/ 7295316 h 10695515"/>
              <a:gd name="connsiteX4" fmla="*/ 6337 w 4106520"/>
              <a:gd name="connsiteY4" fmla="*/ 7269284 h 10695515"/>
              <a:gd name="connsiteX5" fmla="*/ 9074 w 4106520"/>
              <a:gd name="connsiteY5" fmla="*/ 7181458 h 10695515"/>
              <a:gd name="connsiteX6" fmla="*/ 5346 w 4106520"/>
              <a:gd name="connsiteY6" fmla="*/ 7168704 h 10695515"/>
              <a:gd name="connsiteX7" fmla="*/ 9074 w 4106520"/>
              <a:gd name="connsiteY7" fmla="*/ 7082840 h 10695515"/>
              <a:gd name="connsiteX8" fmla="*/ 463 w 4106520"/>
              <a:gd name="connsiteY8" fmla="*/ 40543 h 10695515"/>
              <a:gd name="connsiteX9" fmla="*/ 25706 w 4106520"/>
              <a:gd name="connsiteY9" fmla="*/ 4670 h 10695515"/>
              <a:gd name="connsiteX10" fmla="*/ 46561 w 4106520"/>
              <a:gd name="connsiteY10" fmla="*/ 37 h 10695515"/>
              <a:gd name="connsiteX11" fmla="*/ 4068803 w 4106520"/>
              <a:gd name="connsiteY11" fmla="*/ 0 h 10695515"/>
              <a:gd name="connsiteX12" fmla="*/ 4102330 w 4106520"/>
              <a:gd name="connsiteY12" fmla="*/ 33528 h 10695515"/>
              <a:gd name="connsiteX13" fmla="*/ 4102329 w 4106520"/>
              <a:gd name="connsiteY13" fmla="*/ 10662081 h 10695515"/>
              <a:gd name="connsiteX14" fmla="*/ 4068802 w 4106520"/>
              <a:gd name="connsiteY14" fmla="*/ 10695514 h 10695515"/>
              <a:gd name="connsiteX15" fmla="*/ 4051295 w 4106520"/>
              <a:gd name="connsiteY15" fmla="*/ 10695514 h 10695515"/>
              <a:gd name="connsiteX16" fmla="*/ 4051295 w 4106520"/>
              <a:gd name="connsiteY16" fmla="*/ 10695515 h 10695515"/>
              <a:gd name="connsiteX17" fmla="*/ 46547 w 4106520"/>
              <a:gd name="connsiteY17" fmla="*/ 10695515 h 10695515"/>
              <a:gd name="connsiteX18" fmla="*/ 9074 w 4106520"/>
              <a:gd name="connsiteY18" fmla="*/ 10659953 h 10695515"/>
              <a:gd name="connsiteX19" fmla="*/ 9074 w 4106520"/>
              <a:gd name="connsiteY19" fmla="*/ 8213677 h 10695515"/>
              <a:gd name="connsiteX20" fmla="*/ 9074 w 4106520"/>
              <a:gd name="connsiteY20" fmla="*/ 8117697 h 10695515"/>
              <a:gd name="connsiteX0" fmla="*/ 9074 w 4106520"/>
              <a:gd name="connsiteY0" fmla="*/ 8117697 h 10695515"/>
              <a:gd name="connsiteX1" fmla="*/ 6625 w 4106520"/>
              <a:gd name="connsiteY1" fmla="*/ 7658609 h 10695515"/>
              <a:gd name="connsiteX2" fmla="*/ 9074 w 4106520"/>
              <a:gd name="connsiteY2" fmla="*/ 7295316 h 10695515"/>
              <a:gd name="connsiteX3" fmla="*/ 6337 w 4106520"/>
              <a:gd name="connsiteY3" fmla="*/ 7269284 h 10695515"/>
              <a:gd name="connsiteX4" fmla="*/ 9074 w 4106520"/>
              <a:gd name="connsiteY4" fmla="*/ 7181458 h 10695515"/>
              <a:gd name="connsiteX5" fmla="*/ 5346 w 4106520"/>
              <a:gd name="connsiteY5" fmla="*/ 7168704 h 10695515"/>
              <a:gd name="connsiteX6" fmla="*/ 9074 w 4106520"/>
              <a:gd name="connsiteY6" fmla="*/ 7082840 h 10695515"/>
              <a:gd name="connsiteX7" fmla="*/ 463 w 4106520"/>
              <a:gd name="connsiteY7" fmla="*/ 40543 h 10695515"/>
              <a:gd name="connsiteX8" fmla="*/ 25706 w 4106520"/>
              <a:gd name="connsiteY8" fmla="*/ 4670 h 10695515"/>
              <a:gd name="connsiteX9" fmla="*/ 46561 w 4106520"/>
              <a:gd name="connsiteY9" fmla="*/ 37 h 10695515"/>
              <a:gd name="connsiteX10" fmla="*/ 4068803 w 4106520"/>
              <a:gd name="connsiteY10" fmla="*/ 0 h 10695515"/>
              <a:gd name="connsiteX11" fmla="*/ 4102330 w 4106520"/>
              <a:gd name="connsiteY11" fmla="*/ 33528 h 10695515"/>
              <a:gd name="connsiteX12" fmla="*/ 4102329 w 4106520"/>
              <a:gd name="connsiteY12" fmla="*/ 10662081 h 10695515"/>
              <a:gd name="connsiteX13" fmla="*/ 4068802 w 4106520"/>
              <a:gd name="connsiteY13" fmla="*/ 10695514 h 10695515"/>
              <a:gd name="connsiteX14" fmla="*/ 4051295 w 4106520"/>
              <a:gd name="connsiteY14" fmla="*/ 10695514 h 10695515"/>
              <a:gd name="connsiteX15" fmla="*/ 4051295 w 4106520"/>
              <a:gd name="connsiteY15" fmla="*/ 10695515 h 10695515"/>
              <a:gd name="connsiteX16" fmla="*/ 46547 w 4106520"/>
              <a:gd name="connsiteY16" fmla="*/ 10695515 h 10695515"/>
              <a:gd name="connsiteX17" fmla="*/ 9074 w 4106520"/>
              <a:gd name="connsiteY17" fmla="*/ 10659953 h 10695515"/>
              <a:gd name="connsiteX18" fmla="*/ 9074 w 4106520"/>
              <a:gd name="connsiteY18" fmla="*/ 8213677 h 10695515"/>
              <a:gd name="connsiteX19" fmla="*/ 9074 w 4106520"/>
              <a:gd name="connsiteY19" fmla="*/ 8117697 h 10695515"/>
              <a:gd name="connsiteX0" fmla="*/ 9074 w 4106520"/>
              <a:gd name="connsiteY0" fmla="*/ 8117697 h 10695515"/>
              <a:gd name="connsiteX1" fmla="*/ 9074 w 4106520"/>
              <a:gd name="connsiteY1" fmla="*/ 7295316 h 10695515"/>
              <a:gd name="connsiteX2" fmla="*/ 6337 w 4106520"/>
              <a:gd name="connsiteY2" fmla="*/ 7269284 h 10695515"/>
              <a:gd name="connsiteX3" fmla="*/ 9074 w 4106520"/>
              <a:gd name="connsiteY3" fmla="*/ 7181458 h 10695515"/>
              <a:gd name="connsiteX4" fmla="*/ 5346 w 4106520"/>
              <a:gd name="connsiteY4" fmla="*/ 7168704 h 10695515"/>
              <a:gd name="connsiteX5" fmla="*/ 9074 w 4106520"/>
              <a:gd name="connsiteY5" fmla="*/ 7082840 h 10695515"/>
              <a:gd name="connsiteX6" fmla="*/ 463 w 4106520"/>
              <a:gd name="connsiteY6" fmla="*/ 40543 h 10695515"/>
              <a:gd name="connsiteX7" fmla="*/ 25706 w 4106520"/>
              <a:gd name="connsiteY7" fmla="*/ 4670 h 10695515"/>
              <a:gd name="connsiteX8" fmla="*/ 46561 w 4106520"/>
              <a:gd name="connsiteY8" fmla="*/ 37 h 10695515"/>
              <a:gd name="connsiteX9" fmla="*/ 4068803 w 4106520"/>
              <a:gd name="connsiteY9" fmla="*/ 0 h 10695515"/>
              <a:gd name="connsiteX10" fmla="*/ 4102330 w 4106520"/>
              <a:gd name="connsiteY10" fmla="*/ 33528 h 10695515"/>
              <a:gd name="connsiteX11" fmla="*/ 4102329 w 4106520"/>
              <a:gd name="connsiteY11" fmla="*/ 10662081 h 10695515"/>
              <a:gd name="connsiteX12" fmla="*/ 4068802 w 4106520"/>
              <a:gd name="connsiteY12" fmla="*/ 10695514 h 10695515"/>
              <a:gd name="connsiteX13" fmla="*/ 4051295 w 4106520"/>
              <a:gd name="connsiteY13" fmla="*/ 10695514 h 10695515"/>
              <a:gd name="connsiteX14" fmla="*/ 4051295 w 4106520"/>
              <a:gd name="connsiteY14" fmla="*/ 10695515 h 10695515"/>
              <a:gd name="connsiteX15" fmla="*/ 46547 w 4106520"/>
              <a:gd name="connsiteY15" fmla="*/ 10695515 h 10695515"/>
              <a:gd name="connsiteX16" fmla="*/ 9074 w 4106520"/>
              <a:gd name="connsiteY16" fmla="*/ 10659953 h 10695515"/>
              <a:gd name="connsiteX17" fmla="*/ 9074 w 4106520"/>
              <a:gd name="connsiteY17" fmla="*/ 8213677 h 10695515"/>
              <a:gd name="connsiteX18" fmla="*/ 9074 w 4106520"/>
              <a:gd name="connsiteY18" fmla="*/ 8117697 h 10695515"/>
              <a:gd name="connsiteX0" fmla="*/ 9074 w 4106520"/>
              <a:gd name="connsiteY0" fmla="*/ 8117697 h 10695515"/>
              <a:gd name="connsiteX1" fmla="*/ 9074 w 4106520"/>
              <a:gd name="connsiteY1" fmla="*/ 7295316 h 10695515"/>
              <a:gd name="connsiteX2" fmla="*/ 6337 w 4106520"/>
              <a:gd name="connsiteY2" fmla="*/ 7269284 h 10695515"/>
              <a:gd name="connsiteX3" fmla="*/ 9074 w 4106520"/>
              <a:gd name="connsiteY3" fmla="*/ 7181458 h 10695515"/>
              <a:gd name="connsiteX4" fmla="*/ 9074 w 4106520"/>
              <a:gd name="connsiteY4" fmla="*/ 7082840 h 10695515"/>
              <a:gd name="connsiteX5" fmla="*/ 463 w 4106520"/>
              <a:gd name="connsiteY5" fmla="*/ 40543 h 10695515"/>
              <a:gd name="connsiteX6" fmla="*/ 25706 w 4106520"/>
              <a:gd name="connsiteY6" fmla="*/ 4670 h 10695515"/>
              <a:gd name="connsiteX7" fmla="*/ 46561 w 4106520"/>
              <a:gd name="connsiteY7" fmla="*/ 37 h 10695515"/>
              <a:gd name="connsiteX8" fmla="*/ 4068803 w 4106520"/>
              <a:gd name="connsiteY8" fmla="*/ 0 h 10695515"/>
              <a:gd name="connsiteX9" fmla="*/ 4102330 w 4106520"/>
              <a:gd name="connsiteY9" fmla="*/ 33528 h 10695515"/>
              <a:gd name="connsiteX10" fmla="*/ 4102329 w 4106520"/>
              <a:gd name="connsiteY10" fmla="*/ 10662081 h 10695515"/>
              <a:gd name="connsiteX11" fmla="*/ 4068802 w 4106520"/>
              <a:gd name="connsiteY11" fmla="*/ 10695514 h 10695515"/>
              <a:gd name="connsiteX12" fmla="*/ 4051295 w 4106520"/>
              <a:gd name="connsiteY12" fmla="*/ 10695514 h 10695515"/>
              <a:gd name="connsiteX13" fmla="*/ 4051295 w 4106520"/>
              <a:gd name="connsiteY13" fmla="*/ 10695515 h 10695515"/>
              <a:gd name="connsiteX14" fmla="*/ 46547 w 4106520"/>
              <a:gd name="connsiteY14" fmla="*/ 10695515 h 10695515"/>
              <a:gd name="connsiteX15" fmla="*/ 9074 w 4106520"/>
              <a:gd name="connsiteY15" fmla="*/ 10659953 h 10695515"/>
              <a:gd name="connsiteX16" fmla="*/ 9074 w 4106520"/>
              <a:gd name="connsiteY16" fmla="*/ 8213677 h 10695515"/>
              <a:gd name="connsiteX17" fmla="*/ 9074 w 4106520"/>
              <a:gd name="connsiteY17" fmla="*/ 8117697 h 10695515"/>
              <a:gd name="connsiteX0" fmla="*/ 9074 w 4106520"/>
              <a:gd name="connsiteY0" fmla="*/ 8117697 h 10695515"/>
              <a:gd name="connsiteX1" fmla="*/ 9074 w 4106520"/>
              <a:gd name="connsiteY1" fmla="*/ 7295316 h 10695515"/>
              <a:gd name="connsiteX2" fmla="*/ 6337 w 4106520"/>
              <a:gd name="connsiteY2" fmla="*/ 7269284 h 10695515"/>
              <a:gd name="connsiteX3" fmla="*/ 9074 w 4106520"/>
              <a:gd name="connsiteY3" fmla="*/ 7082840 h 10695515"/>
              <a:gd name="connsiteX4" fmla="*/ 463 w 4106520"/>
              <a:gd name="connsiteY4" fmla="*/ 40543 h 10695515"/>
              <a:gd name="connsiteX5" fmla="*/ 25706 w 4106520"/>
              <a:gd name="connsiteY5" fmla="*/ 4670 h 10695515"/>
              <a:gd name="connsiteX6" fmla="*/ 46561 w 4106520"/>
              <a:gd name="connsiteY6" fmla="*/ 37 h 10695515"/>
              <a:gd name="connsiteX7" fmla="*/ 4068803 w 4106520"/>
              <a:gd name="connsiteY7" fmla="*/ 0 h 10695515"/>
              <a:gd name="connsiteX8" fmla="*/ 4102330 w 4106520"/>
              <a:gd name="connsiteY8" fmla="*/ 33528 h 10695515"/>
              <a:gd name="connsiteX9" fmla="*/ 4102329 w 4106520"/>
              <a:gd name="connsiteY9" fmla="*/ 10662081 h 10695515"/>
              <a:gd name="connsiteX10" fmla="*/ 4068802 w 4106520"/>
              <a:gd name="connsiteY10" fmla="*/ 10695514 h 10695515"/>
              <a:gd name="connsiteX11" fmla="*/ 4051295 w 4106520"/>
              <a:gd name="connsiteY11" fmla="*/ 10695514 h 10695515"/>
              <a:gd name="connsiteX12" fmla="*/ 4051295 w 4106520"/>
              <a:gd name="connsiteY12" fmla="*/ 10695515 h 10695515"/>
              <a:gd name="connsiteX13" fmla="*/ 46547 w 4106520"/>
              <a:gd name="connsiteY13" fmla="*/ 10695515 h 10695515"/>
              <a:gd name="connsiteX14" fmla="*/ 9074 w 4106520"/>
              <a:gd name="connsiteY14" fmla="*/ 10659953 h 10695515"/>
              <a:gd name="connsiteX15" fmla="*/ 9074 w 4106520"/>
              <a:gd name="connsiteY15" fmla="*/ 8213677 h 10695515"/>
              <a:gd name="connsiteX16" fmla="*/ 9074 w 4106520"/>
              <a:gd name="connsiteY16" fmla="*/ 8117697 h 10695515"/>
              <a:gd name="connsiteX0" fmla="*/ 9074 w 4106520"/>
              <a:gd name="connsiteY0" fmla="*/ 8117697 h 10695515"/>
              <a:gd name="connsiteX1" fmla="*/ 9074 w 4106520"/>
              <a:gd name="connsiteY1" fmla="*/ 7295316 h 10695515"/>
              <a:gd name="connsiteX2" fmla="*/ 9074 w 4106520"/>
              <a:gd name="connsiteY2" fmla="*/ 7082840 h 10695515"/>
              <a:gd name="connsiteX3" fmla="*/ 463 w 4106520"/>
              <a:gd name="connsiteY3" fmla="*/ 40543 h 10695515"/>
              <a:gd name="connsiteX4" fmla="*/ 25706 w 4106520"/>
              <a:gd name="connsiteY4" fmla="*/ 4670 h 10695515"/>
              <a:gd name="connsiteX5" fmla="*/ 46561 w 4106520"/>
              <a:gd name="connsiteY5" fmla="*/ 37 h 10695515"/>
              <a:gd name="connsiteX6" fmla="*/ 4068803 w 4106520"/>
              <a:gd name="connsiteY6" fmla="*/ 0 h 10695515"/>
              <a:gd name="connsiteX7" fmla="*/ 4102330 w 4106520"/>
              <a:gd name="connsiteY7" fmla="*/ 33528 h 10695515"/>
              <a:gd name="connsiteX8" fmla="*/ 4102329 w 4106520"/>
              <a:gd name="connsiteY8" fmla="*/ 10662081 h 10695515"/>
              <a:gd name="connsiteX9" fmla="*/ 4068802 w 4106520"/>
              <a:gd name="connsiteY9" fmla="*/ 10695514 h 10695515"/>
              <a:gd name="connsiteX10" fmla="*/ 4051295 w 4106520"/>
              <a:gd name="connsiteY10" fmla="*/ 10695514 h 10695515"/>
              <a:gd name="connsiteX11" fmla="*/ 4051295 w 4106520"/>
              <a:gd name="connsiteY11" fmla="*/ 10695515 h 10695515"/>
              <a:gd name="connsiteX12" fmla="*/ 46547 w 4106520"/>
              <a:gd name="connsiteY12" fmla="*/ 10695515 h 10695515"/>
              <a:gd name="connsiteX13" fmla="*/ 9074 w 4106520"/>
              <a:gd name="connsiteY13" fmla="*/ 10659953 h 10695515"/>
              <a:gd name="connsiteX14" fmla="*/ 9074 w 4106520"/>
              <a:gd name="connsiteY14" fmla="*/ 8213677 h 10695515"/>
              <a:gd name="connsiteX15" fmla="*/ 9074 w 4106520"/>
              <a:gd name="connsiteY15" fmla="*/ 8117697 h 10695515"/>
              <a:gd name="connsiteX0" fmla="*/ 9074 w 4106520"/>
              <a:gd name="connsiteY0" fmla="*/ 8117697 h 10695515"/>
              <a:gd name="connsiteX1" fmla="*/ 9074 w 4106520"/>
              <a:gd name="connsiteY1" fmla="*/ 7082840 h 10695515"/>
              <a:gd name="connsiteX2" fmla="*/ 463 w 4106520"/>
              <a:gd name="connsiteY2" fmla="*/ 40543 h 10695515"/>
              <a:gd name="connsiteX3" fmla="*/ 25706 w 4106520"/>
              <a:gd name="connsiteY3" fmla="*/ 4670 h 10695515"/>
              <a:gd name="connsiteX4" fmla="*/ 46561 w 4106520"/>
              <a:gd name="connsiteY4" fmla="*/ 37 h 10695515"/>
              <a:gd name="connsiteX5" fmla="*/ 4068803 w 4106520"/>
              <a:gd name="connsiteY5" fmla="*/ 0 h 10695515"/>
              <a:gd name="connsiteX6" fmla="*/ 4102330 w 4106520"/>
              <a:gd name="connsiteY6" fmla="*/ 33528 h 10695515"/>
              <a:gd name="connsiteX7" fmla="*/ 4102329 w 4106520"/>
              <a:gd name="connsiteY7" fmla="*/ 10662081 h 10695515"/>
              <a:gd name="connsiteX8" fmla="*/ 4068802 w 4106520"/>
              <a:gd name="connsiteY8" fmla="*/ 10695514 h 10695515"/>
              <a:gd name="connsiteX9" fmla="*/ 4051295 w 4106520"/>
              <a:gd name="connsiteY9" fmla="*/ 10695514 h 10695515"/>
              <a:gd name="connsiteX10" fmla="*/ 4051295 w 4106520"/>
              <a:gd name="connsiteY10" fmla="*/ 10695515 h 10695515"/>
              <a:gd name="connsiteX11" fmla="*/ 46547 w 4106520"/>
              <a:gd name="connsiteY11" fmla="*/ 10695515 h 10695515"/>
              <a:gd name="connsiteX12" fmla="*/ 9074 w 4106520"/>
              <a:gd name="connsiteY12" fmla="*/ 10659953 h 10695515"/>
              <a:gd name="connsiteX13" fmla="*/ 9074 w 4106520"/>
              <a:gd name="connsiteY13" fmla="*/ 8213677 h 10695515"/>
              <a:gd name="connsiteX14" fmla="*/ 9074 w 4106520"/>
              <a:gd name="connsiteY14" fmla="*/ 8117697 h 10695515"/>
              <a:gd name="connsiteX0" fmla="*/ 9096 w 4106542"/>
              <a:gd name="connsiteY0" fmla="*/ 8117697 h 10695515"/>
              <a:gd name="connsiteX1" fmla="*/ 485 w 4106542"/>
              <a:gd name="connsiteY1" fmla="*/ 40543 h 10695515"/>
              <a:gd name="connsiteX2" fmla="*/ 25728 w 4106542"/>
              <a:gd name="connsiteY2" fmla="*/ 4670 h 10695515"/>
              <a:gd name="connsiteX3" fmla="*/ 46583 w 4106542"/>
              <a:gd name="connsiteY3" fmla="*/ 37 h 10695515"/>
              <a:gd name="connsiteX4" fmla="*/ 4068825 w 4106542"/>
              <a:gd name="connsiteY4" fmla="*/ 0 h 10695515"/>
              <a:gd name="connsiteX5" fmla="*/ 4102352 w 4106542"/>
              <a:gd name="connsiteY5" fmla="*/ 33528 h 10695515"/>
              <a:gd name="connsiteX6" fmla="*/ 4102351 w 4106542"/>
              <a:gd name="connsiteY6" fmla="*/ 10662081 h 10695515"/>
              <a:gd name="connsiteX7" fmla="*/ 4068824 w 4106542"/>
              <a:gd name="connsiteY7" fmla="*/ 10695514 h 10695515"/>
              <a:gd name="connsiteX8" fmla="*/ 4051317 w 4106542"/>
              <a:gd name="connsiteY8" fmla="*/ 10695514 h 10695515"/>
              <a:gd name="connsiteX9" fmla="*/ 4051317 w 4106542"/>
              <a:gd name="connsiteY9" fmla="*/ 10695515 h 10695515"/>
              <a:gd name="connsiteX10" fmla="*/ 46569 w 4106542"/>
              <a:gd name="connsiteY10" fmla="*/ 10695515 h 10695515"/>
              <a:gd name="connsiteX11" fmla="*/ 9096 w 4106542"/>
              <a:gd name="connsiteY11" fmla="*/ 10659953 h 10695515"/>
              <a:gd name="connsiteX12" fmla="*/ 9096 w 4106542"/>
              <a:gd name="connsiteY12" fmla="*/ 8213677 h 10695515"/>
              <a:gd name="connsiteX13" fmla="*/ 9096 w 4106542"/>
              <a:gd name="connsiteY13" fmla="*/ 8117697 h 10695515"/>
              <a:gd name="connsiteX0" fmla="*/ 8611 w 4106057"/>
              <a:gd name="connsiteY0" fmla="*/ 8213677 h 10695515"/>
              <a:gd name="connsiteX1" fmla="*/ 0 w 4106057"/>
              <a:gd name="connsiteY1" fmla="*/ 40543 h 10695515"/>
              <a:gd name="connsiteX2" fmla="*/ 25243 w 4106057"/>
              <a:gd name="connsiteY2" fmla="*/ 4670 h 10695515"/>
              <a:gd name="connsiteX3" fmla="*/ 46098 w 4106057"/>
              <a:gd name="connsiteY3" fmla="*/ 37 h 10695515"/>
              <a:gd name="connsiteX4" fmla="*/ 4068340 w 4106057"/>
              <a:gd name="connsiteY4" fmla="*/ 0 h 10695515"/>
              <a:gd name="connsiteX5" fmla="*/ 4101867 w 4106057"/>
              <a:gd name="connsiteY5" fmla="*/ 33528 h 10695515"/>
              <a:gd name="connsiteX6" fmla="*/ 4101866 w 4106057"/>
              <a:gd name="connsiteY6" fmla="*/ 10662081 h 10695515"/>
              <a:gd name="connsiteX7" fmla="*/ 4068339 w 4106057"/>
              <a:gd name="connsiteY7" fmla="*/ 10695514 h 10695515"/>
              <a:gd name="connsiteX8" fmla="*/ 4050832 w 4106057"/>
              <a:gd name="connsiteY8" fmla="*/ 10695514 h 10695515"/>
              <a:gd name="connsiteX9" fmla="*/ 4050832 w 4106057"/>
              <a:gd name="connsiteY9" fmla="*/ 10695515 h 10695515"/>
              <a:gd name="connsiteX10" fmla="*/ 46084 w 4106057"/>
              <a:gd name="connsiteY10" fmla="*/ 10695515 h 10695515"/>
              <a:gd name="connsiteX11" fmla="*/ 8611 w 4106057"/>
              <a:gd name="connsiteY11" fmla="*/ 10659953 h 10695515"/>
              <a:gd name="connsiteX12" fmla="*/ 8611 w 4106057"/>
              <a:gd name="connsiteY12" fmla="*/ 8213677 h 10695515"/>
              <a:gd name="connsiteX0" fmla="*/ 8611 w 4106057"/>
              <a:gd name="connsiteY0" fmla="*/ 10659953 h 10695515"/>
              <a:gd name="connsiteX1" fmla="*/ 0 w 4106057"/>
              <a:gd name="connsiteY1" fmla="*/ 40543 h 10695515"/>
              <a:gd name="connsiteX2" fmla="*/ 25243 w 4106057"/>
              <a:gd name="connsiteY2" fmla="*/ 4670 h 10695515"/>
              <a:gd name="connsiteX3" fmla="*/ 46098 w 4106057"/>
              <a:gd name="connsiteY3" fmla="*/ 37 h 10695515"/>
              <a:gd name="connsiteX4" fmla="*/ 4068340 w 4106057"/>
              <a:gd name="connsiteY4" fmla="*/ 0 h 10695515"/>
              <a:gd name="connsiteX5" fmla="*/ 4101867 w 4106057"/>
              <a:gd name="connsiteY5" fmla="*/ 33528 h 10695515"/>
              <a:gd name="connsiteX6" fmla="*/ 4101866 w 4106057"/>
              <a:gd name="connsiteY6" fmla="*/ 10662081 h 10695515"/>
              <a:gd name="connsiteX7" fmla="*/ 4068339 w 4106057"/>
              <a:gd name="connsiteY7" fmla="*/ 10695514 h 10695515"/>
              <a:gd name="connsiteX8" fmla="*/ 4050832 w 4106057"/>
              <a:gd name="connsiteY8" fmla="*/ 10695514 h 10695515"/>
              <a:gd name="connsiteX9" fmla="*/ 4050832 w 4106057"/>
              <a:gd name="connsiteY9" fmla="*/ 10695515 h 10695515"/>
              <a:gd name="connsiteX10" fmla="*/ 46084 w 4106057"/>
              <a:gd name="connsiteY10" fmla="*/ 10695515 h 10695515"/>
              <a:gd name="connsiteX11" fmla="*/ 8611 w 4106057"/>
              <a:gd name="connsiteY11" fmla="*/ 10659953 h 1069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06057" h="10695515">
                <a:moveTo>
                  <a:pt x="8611" y="10659953"/>
                </a:moveTo>
                <a:cubicBezTo>
                  <a:pt x="5741" y="7120150"/>
                  <a:pt x="2870" y="3580346"/>
                  <a:pt x="0" y="40543"/>
                </a:cubicBezTo>
                <a:cubicBezTo>
                  <a:pt x="8414" y="19945"/>
                  <a:pt x="10728" y="16628"/>
                  <a:pt x="25243" y="4670"/>
                </a:cubicBezTo>
                <a:lnTo>
                  <a:pt x="46098" y="37"/>
                </a:lnTo>
                <a:lnTo>
                  <a:pt x="4068340" y="0"/>
                </a:lnTo>
                <a:cubicBezTo>
                  <a:pt x="4086837" y="52"/>
                  <a:pt x="4101820" y="15032"/>
                  <a:pt x="4101867" y="33528"/>
                </a:cubicBezTo>
                <a:cubicBezTo>
                  <a:pt x="4107455" y="1810541"/>
                  <a:pt x="4107454" y="8885083"/>
                  <a:pt x="4101866" y="10662081"/>
                </a:cubicBezTo>
                <a:cubicBezTo>
                  <a:pt x="4101761" y="10680541"/>
                  <a:pt x="4086798" y="10695466"/>
                  <a:pt x="4068339" y="10695514"/>
                </a:cubicBezTo>
                <a:lnTo>
                  <a:pt x="4050832" y="10695514"/>
                </a:lnTo>
                <a:lnTo>
                  <a:pt x="4050832" y="10695515"/>
                </a:lnTo>
                <a:lnTo>
                  <a:pt x="46084" y="10695515"/>
                </a:lnTo>
                <a:cubicBezTo>
                  <a:pt x="25394" y="10695403"/>
                  <a:pt x="8665" y="10679532"/>
                  <a:pt x="8611" y="10659953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內容版面配置區 7" descr="一張含有 螢幕擷取畫面, 正方形, 圖表, Rectangle 的圖片&#10;&#10;自動產生的描述">
            <a:extLst>
              <a:ext uri="{FF2B5EF4-FFF2-40B4-BE49-F238E27FC236}">
                <a16:creationId xmlns:a16="http://schemas.microsoft.com/office/drawing/2014/main" id="{6908733F-9928-0C51-7752-6E9175944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02" y="929412"/>
            <a:ext cx="10374596" cy="399421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C29E65-688C-EFE9-27E7-A36C317F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1CF2D47E-0AF1-4C27-801F-64E3E5BF7F72}" type="slidenum">
              <a:rPr lang="en-US" sz="1600" smtClean="0"/>
              <a:pPr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9542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DE1D00D1-3697-66CD-6FBF-E1BB7729D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F62B720-0892-C42A-CEF1-E2D33DE6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4308" y="6408108"/>
            <a:ext cx="576133" cy="365125"/>
          </a:xfrm>
        </p:spPr>
        <p:txBody>
          <a:bodyPr vert="horz" lIns="91440" tIns="45720" rIns="91440" bIns="45720" rtlCol="0" anchor="ctr"/>
          <a:lstStyle/>
          <a:p>
            <a:fld id="{1CF2D47E-0AF1-4C27-801F-64E3E5BF7F72}" type="slidenum">
              <a:rPr lang="en-US" sz="1600" smtClean="0"/>
              <a:pPr/>
              <a:t>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219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1F2694-AE24-4893-BEF3-43FE324D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69FA61-5492-4236-8378-D67E60D78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1046" y="500156"/>
            <a:ext cx="7480954" cy="6357844"/>
          </a:xfrm>
          <a:custGeom>
            <a:avLst/>
            <a:gdLst>
              <a:gd name="connsiteX0" fmla="*/ 278673 w 7480954"/>
              <a:gd name="connsiteY0" fmla="*/ 0 h 6357844"/>
              <a:gd name="connsiteX1" fmla="*/ 7480954 w 7480954"/>
              <a:gd name="connsiteY1" fmla="*/ 272747 h 6357844"/>
              <a:gd name="connsiteX2" fmla="*/ 7480954 w 7480954"/>
              <a:gd name="connsiteY2" fmla="*/ 6357844 h 6357844"/>
              <a:gd name="connsiteX3" fmla="*/ 3461131 w 7480954"/>
              <a:gd name="connsiteY3" fmla="*/ 6357844 h 6357844"/>
              <a:gd name="connsiteX4" fmla="*/ 0 w 7480954"/>
              <a:gd name="connsiteY4" fmla="*/ 6222887 h 6357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0954" h="6357844">
                <a:moveTo>
                  <a:pt x="278673" y="0"/>
                </a:moveTo>
                <a:lnTo>
                  <a:pt x="7480954" y="272747"/>
                </a:lnTo>
                <a:lnTo>
                  <a:pt x="7480954" y="6357844"/>
                </a:lnTo>
                <a:lnTo>
                  <a:pt x="3461131" y="6357844"/>
                </a:lnTo>
                <a:lnTo>
                  <a:pt x="0" y="6222887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635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Maze">
            <a:extLst>
              <a:ext uri="{FF2B5EF4-FFF2-40B4-BE49-F238E27FC236}">
                <a16:creationId xmlns:a16="http://schemas.microsoft.com/office/drawing/2014/main" id="{F2BB8DB1-16DB-498E-AE80-293433A07B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0" r="13843"/>
          <a:stretch/>
        </p:blipFill>
        <p:spPr>
          <a:xfrm>
            <a:off x="4847442" y="607819"/>
            <a:ext cx="7344558" cy="6250183"/>
          </a:xfrm>
          <a:custGeom>
            <a:avLst/>
            <a:gdLst/>
            <a:ahLst/>
            <a:cxnLst/>
            <a:rect l="l" t="t" r="r" b="b"/>
            <a:pathLst>
              <a:path w="7344558" h="6250183">
                <a:moveTo>
                  <a:pt x="293255" y="12"/>
                </a:moveTo>
                <a:lnTo>
                  <a:pt x="5010383" y="178647"/>
                </a:lnTo>
                <a:lnTo>
                  <a:pt x="5011465" y="178437"/>
                </a:lnTo>
                <a:cubicBezTo>
                  <a:pt x="5054106" y="173641"/>
                  <a:pt x="5171573" y="176792"/>
                  <a:pt x="5165603" y="184356"/>
                </a:cubicBezTo>
                <a:lnTo>
                  <a:pt x="5190960" y="185486"/>
                </a:lnTo>
                <a:lnTo>
                  <a:pt x="5508389" y="197507"/>
                </a:lnTo>
                <a:lnTo>
                  <a:pt x="5990319" y="215757"/>
                </a:lnTo>
                <a:lnTo>
                  <a:pt x="6547813" y="236869"/>
                </a:lnTo>
                <a:lnTo>
                  <a:pt x="6561233" y="235680"/>
                </a:lnTo>
                <a:lnTo>
                  <a:pt x="6613675" y="227162"/>
                </a:lnTo>
                <a:lnTo>
                  <a:pt x="6625038" y="221701"/>
                </a:lnTo>
                <a:lnTo>
                  <a:pt x="6637769" y="227215"/>
                </a:lnTo>
                <a:cubicBezTo>
                  <a:pt x="6639297" y="228756"/>
                  <a:pt x="6640519" y="230467"/>
                  <a:pt x="6641402" y="232289"/>
                </a:cubicBezTo>
                <a:lnTo>
                  <a:pt x="6683183" y="224070"/>
                </a:lnTo>
                <a:lnTo>
                  <a:pt x="6688193" y="223985"/>
                </a:lnTo>
                <a:lnTo>
                  <a:pt x="6722595" y="226674"/>
                </a:lnTo>
                <a:lnTo>
                  <a:pt x="6773536" y="235765"/>
                </a:lnTo>
                <a:lnTo>
                  <a:pt x="6789561" y="246023"/>
                </a:lnTo>
                <a:lnTo>
                  <a:pt x="6981517" y="253293"/>
                </a:lnTo>
                <a:lnTo>
                  <a:pt x="6986824" y="252001"/>
                </a:lnTo>
                <a:cubicBezTo>
                  <a:pt x="6989470" y="250084"/>
                  <a:pt x="6990985" y="246869"/>
                  <a:pt x="6990588" y="241626"/>
                </a:cubicBezTo>
                <a:cubicBezTo>
                  <a:pt x="6996528" y="242374"/>
                  <a:pt x="7002348" y="243980"/>
                  <a:pt x="7008208" y="245802"/>
                </a:cubicBezTo>
                <a:lnTo>
                  <a:pt x="7011277" y="246742"/>
                </a:lnTo>
                <a:lnTo>
                  <a:pt x="7022893" y="245722"/>
                </a:lnTo>
                <a:lnTo>
                  <a:pt x="7027000" y="251414"/>
                </a:lnTo>
                <a:lnTo>
                  <a:pt x="7066230" y="250612"/>
                </a:lnTo>
                <a:cubicBezTo>
                  <a:pt x="7083618" y="236219"/>
                  <a:pt x="7114939" y="244302"/>
                  <a:pt x="7141458" y="238654"/>
                </a:cubicBezTo>
                <a:lnTo>
                  <a:pt x="7153218" y="233040"/>
                </a:lnTo>
                <a:lnTo>
                  <a:pt x="7229682" y="226260"/>
                </a:lnTo>
                <a:lnTo>
                  <a:pt x="7282126" y="217743"/>
                </a:lnTo>
                <a:lnTo>
                  <a:pt x="7293487" y="212281"/>
                </a:lnTo>
                <a:lnTo>
                  <a:pt x="7306220" y="217795"/>
                </a:lnTo>
                <a:cubicBezTo>
                  <a:pt x="7307744" y="219336"/>
                  <a:pt x="7308968" y="221046"/>
                  <a:pt x="7309853" y="222869"/>
                </a:cubicBezTo>
                <a:lnTo>
                  <a:pt x="7344558" y="216041"/>
                </a:lnTo>
                <a:lnTo>
                  <a:pt x="7344558" y="6250183"/>
                </a:lnTo>
                <a:lnTo>
                  <a:pt x="6299708" y="6250183"/>
                </a:lnTo>
                <a:lnTo>
                  <a:pt x="2946685" y="6119754"/>
                </a:lnTo>
                <a:lnTo>
                  <a:pt x="2890409" y="6126736"/>
                </a:lnTo>
                <a:cubicBezTo>
                  <a:pt x="2889464" y="6126757"/>
                  <a:pt x="2866647" y="6125338"/>
                  <a:pt x="2865459" y="6125958"/>
                </a:cubicBezTo>
                <a:lnTo>
                  <a:pt x="2849650" y="6124598"/>
                </a:lnTo>
                <a:lnTo>
                  <a:pt x="2844642" y="6115722"/>
                </a:lnTo>
                <a:cubicBezTo>
                  <a:pt x="2832228" y="6111709"/>
                  <a:pt x="2794354" y="6111126"/>
                  <a:pt x="2772543" y="6109760"/>
                </a:cubicBezTo>
                <a:lnTo>
                  <a:pt x="2706438" y="6111061"/>
                </a:lnTo>
                <a:lnTo>
                  <a:pt x="2696814" y="6106893"/>
                </a:lnTo>
                <a:lnTo>
                  <a:pt x="2629247" y="6107127"/>
                </a:lnTo>
                <a:lnTo>
                  <a:pt x="2609381" y="6103582"/>
                </a:lnTo>
                <a:lnTo>
                  <a:pt x="2338391" y="6093320"/>
                </a:lnTo>
                <a:lnTo>
                  <a:pt x="2330294" y="6095512"/>
                </a:lnTo>
                <a:lnTo>
                  <a:pt x="2288518" y="6102090"/>
                </a:lnTo>
                <a:lnTo>
                  <a:pt x="2228015" y="6107455"/>
                </a:lnTo>
                <a:lnTo>
                  <a:pt x="2186520" y="6114195"/>
                </a:lnTo>
                <a:cubicBezTo>
                  <a:pt x="2175947" y="6114641"/>
                  <a:pt x="2173747" y="6109730"/>
                  <a:pt x="2164581" y="6110137"/>
                </a:cubicBezTo>
                <a:lnTo>
                  <a:pt x="2131523" y="6116642"/>
                </a:lnTo>
                <a:lnTo>
                  <a:pt x="2100339" y="6114580"/>
                </a:lnTo>
                <a:lnTo>
                  <a:pt x="2060032" y="6107388"/>
                </a:lnTo>
                <a:cubicBezTo>
                  <a:pt x="2046810" y="6102506"/>
                  <a:pt x="2035495" y="6084148"/>
                  <a:pt x="2018526" y="6092674"/>
                </a:cubicBezTo>
                <a:lnTo>
                  <a:pt x="1977869" y="6079666"/>
                </a:lnTo>
                <a:lnTo>
                  <a:pt x="1904165" y="6076875"/>
                </a:lnTo>
                <a:lnTo>
                  <a:pt x="1348899" y="6055847"/>
                </a:lnTo>
                <a:cubicBezTo>
                  <a:pt x="1334850" y="6058902"/>
                  <a:pt x="1329510" y="6065400"/>
                  <a:pt x="1306752" y="6065012"/>
                </a:cubicBezTo>
                <a:lnTo>
                  <a:pt x="1266722" y="6052736"/>
                </a:lnTo>
                <a:lnTo>
                  <a:pt x="25653" y="6005737"/>
                </a:lnTo>
                <a:cubicBezTo>
                  <a:pt x="10621" y="6005112"/>
                  <a:pt x="-808" y="5987609"/>
                  <a:pt x="45" y="5966529"/>
                </a:cubicBezTo>
                <a:lnTo>
                  <a:pt x="264242" y="37262"/>
                </a:lnTo>
                <a:cubicBezTo>
                  <a:pt x="265220" y="16144"/>
                  <a:pt x="278186" y="-499"/>
                  <a:pt x="293255" y="12"/>
                </a:cubicBezTo>
                <a:close/>
              </a:path>
            </a:pathLst>
          </a:cu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18410FB-6A3B-4CBA-C182-1428578C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59" y="702566"/>
            <a:ext cx="5412041" cy="1725632"/>
          </a:xfrm>
        </p:spPr>
        <p:txBody>
          <a:bodyPr anchor="ctr">
            <a:normAutofit/>
          </a:bodyPr>
          <a:lstStyle/>
          <a:p>
            <a:r>
              <a:rPr lang="zh-TW" altLang="en-US" b="0" i="0" dirty="0">
                <a:solidFill>
                  <a:schemeClr val="tx1"/>
                </a:solidFill>
                <a:effectLst/>
                <a:highlight>
                  <a:srgbClr val="000000"/>
                </a:highlight>
                <a:latin typeface="-apple-system"/>
              </a:rPr>
              <a:t>心得、感想</a:t>
            </a:r>
            <a:endParaRPr lang="zh-TW" altLang="en-US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B67BC2-B2B8-2316-A644-A8615906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538" y="1784708"/>
            <a:ext cx="4163483" cy="3896403"/>
          </a:xfrm>
        </p:spPr>
        <p:txBody>
          <a:bodyPr anchor="ctr">
            <a:normAutofit/>
          </a:bodyPr>
          <a:lstStyle/>
          <a:p>
            <a:r>
              <a:rPr lang="zh-TW" altLang="en-US" sz="2400" dirty="0"/>
              <a:t>製作遇上困難、如何解決</a:t>
            </a:r>
            <a:endParaRPr lang="en-US" altLang="zh-TW" sz="2400" dirty="0"/>
          </a:p>
          <a:p>
            <a:r>
              <a:rPr lang="zh-TW" altLang="en-US" sz="2400" dirty="0"/>
              <a:t>收穫</a:t>
            </a:r>
            <a:endParaRPr lang="en-US" altLang="zh-TW" sz="2400" dirty="0"/>
          </a:p>
          <a:p>
            <a:r>
              <a:rPr lang="zh-TW" altLang="en-US" sz="2400" dirty="0"/>
              <a:t>期許</a:t>
            </a:r>
            <a:endParaRPr lang="en-US" altLang="zh-TW" sz="24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B71CA1-74DE-B7CE-CEA3-A7E9641D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1CF2D47E-0AF1-4C27-801F-64E3E5BF7F72}" type="slidenum">
              <a:rPr lang="en-US" sz="1600" smtClean="0"/>
              <a:pPr/>
              <a:t>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128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8040078-E66A-4749-A36C-D07BD10F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A61E96A-CA26-48B7-A3DC-05AAA57EF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506199" cy="1858154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9288370" h="1858154">
                <a:moveTo>
                  <a:pt x="0" y="1858154"/>
                </a:moveTo>
                <a:lnTo>
                  <a:pt x="1049" y="1857909"/>
                </a:lnTo>
                <a:cubicBezTo>
                  <a:pt x="74675" y="1831386"/>
                  <a:pt x="218534" y="1803822"/>
                  <a:pt x="370426" y="1702965"/>
                </a:cubicBezTo>
                <a:cubicBezTo>
                  <a:pt x="508969" y="1649765"/>
                  <a:pt x="440682" y="1619463"/>
                  <a:pt x="832307" y="1538702"/>
                </a:cubicBezTo>
                <a:cubicBezTo>
                  <a:pt x="878744" y="1533298"/>
                  <a:pt x="897351" y="1542198"/>
                  <a:pt x="971617" y="1522494"/>
                </a:cubicBezTo>
                <a:cubicBezTo>
                  <a:pt x="1030678" y="1519687"/>
                  <a:pt x="1097347" y="1540789"/>
                  <a:pt x="1186668" y="1521861"/>
                </a:cubicBezTo>
                <a:lnTo>
                  <a:pt x="1456865" y="1510292"/>
                </a:lnTo>
                <a:lnTo>
                  <a:pt x="1463005" y="1511279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244113" y="1294731"/>
                  <a:pt x="3352700" y="1264183"/>
                </a:cubicBezTo>
                <a:lnTo>
                  <a:pt x="3444611" y="1236739"/>
                </a:lnTo>
                <a:cubicBezTo>
                  <a:pt x="3513098" y="1213406"/>
                  <a:pt x="3581585" y="1223860"/>
                  <a:pt x="3650072" y="1217421"/>
                </a:cubicBezTo>
                <a:cubicBezTo>
                  <a:pt x="3683717" y="1219648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44699" y="1287470"/>
                  <a:pt x="4067546" y="1294697"/>
                </a:cubicBezTo>
                <a:lnTo>
                  <a:pt x="4190310" y="1307786"/>
                </a:lnTo>
                <a:cubicBezTo>
                  <a:pt x="4201670" y="1307054"/>
                  <a:pt x="4216873" y="1303173"/>
                  <a:pt x="4230008" y="1303546"/>
                </a:cubicBezTo>
                <a:cubicBezTo>
                  <a:pt x="4327992" y="1270528"/>
                  <a:pt x="4508090" y="1267792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828622" y="816303"/>
                  <a:pt x="6844288" y="800250"/>
                  <a:pt x="6886312" y="781877"/>
                </a:cubicBezTo>
                <a:cubicBezTo>
                  <a:pt x="6904346" y="770915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17574" y="550445"/>
                  <a:pt x="7588368" y="531129"/>
                </a:cubicBezTo>
                <a:cubicBezTo>
                  <a:pt x="7669636" y="521516"/>
                  <a:pt x="7844833" y="454614"/>
                  <a:pt x="7952094" y="409302"/>
                </a:cubicBezTo>
                <a:cubicBezTo>
                  <a:pt x="8059356" y="363990"/>
                  <a:pt x="8146910" y="253405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CEB26615-6628-44FC-97FC-656C0A834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3476"/>
            <a:ext cx="5852458" cy="6374525"/>
          </a:xfrm>
          <a:custGeom>
            <a:avLst/>
            <a:gdLst>
              <a:gd name="connsiteX0" fmla="*/ 5517259 w 5852458"/>
              <a:gd name="connsiteY0" fmla="*/ 0 h 6410965"/>
              <a:gd name="connsiteX1" fmla="*/ 5852458 w 5852458"/>
              <a:gd name="connsiteY1" fmla="*/ 6410965 h 6410965"/>
              <a:gd name="connsiteX2" fmla="*/ 0 w 5852458"/>
              <a:gd name="connsiteY2" fmla="*/ 6410965 h 6410965"/>
              <a:gd name="connsiteX3" fmla="*/ 0 w 5852458"/>
              <a:gd name="connsiteY3" fmla="*/ 288471 h 641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458" h="6410965">
                <a:moveTo>
                  <a:pt x="5517259" y="0"/>
                </a:moveTo>
                <a:lnTo>
                  <a:pt x="5852458" y="6410965"/>
                </a:lnTo>
                <a:lnTo>
                  <a:pt x="0" y="6410965"/>
                </a:lnTo>
                <a:lnTo>
                  <a:pt x="0" y="288471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FF0EBE27-2B58-4043-9268-90B6853FC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9683"/>
            <a:ext cx="5729996" cy="6248316"/>
          </a:xfrm>
          <a:custGeom>
            <a:avLst/>
            <a:gdLst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639379 w 5729996"/>
              <a:gd name="connsiteY9" fmla="*/ 398009 h 6248316"/>
              <a:gd name="connsiteX10" fmla="*/ 5639379 w 5729996"/>
              <a:gd name="connsiteY10" fmla="*/ 2227390 h 6248316"/>
              <a:gd name="connsiteX11" fmla="*/ 5541101 w 5729996"/>
              <a:gd name="connsiteY11" fmla="*/ 2227390 h 6248316"/>
              <a:gd name="connsiteX12" fmla="*/ 5543339 w 5729996"/>
              <a:gd name="connsiteY12" fmla="*/ 2241697 h 6248316"/>
              <a:gd name="connsiteX13" fmla="*/ 5546917 w 5729996"/>
              <a:gd name="connsiteY13" fmla="*/ 2285652 h 6248316"/>
              <a:gd name="connsiteX14" fmla="*/ 5546985 w 5729996"/>
              <a:gd name="connsiteY14" fmla="*/ 2292052 h 6248316"/>
              <a:gd name="connsiteX15" fmla="*/ 5540356 w 5729996"/>
              <a:gd name="connsiteY15" fmla="*/ 2345382 h 6248316"/>
              <a:gd name="connsiteX16" fmla="*/ 5545313 w 5729996"/>
              <a:gd name="connsiteY16" fmla="*/ 2350046 h 6248316"/>
              <a:gd name="connsiteX17" fmla="*/ 5550954 w 5729996"/>
              <a:gd name="connsiteY17" fmla="*/ 2366333 h 6248316"/>
              <a:gd name="connsiteX18" fmla="*/ 5546070 w 5729996"/>
              <a:gd name="connsiteY18" fmla="*/ 2380820 h 6248316"/>
              <a:gd name="connsiteX19" fmla="*/ 5539473 w 5729996"/>
              <a:gd name="connsiteY19" fmla="*/ 2447770 h 6248316"/>
              <a:gd name="connsiteX20" fmla="*/ 5536626 w 5729996"/>
              <a:gd name="connsiteY20" fmla="*/ 2513456 h 6248316"/>
              <a:gd name="connsiteX21" fmla="*/ 5610789 w 5729996"/>
              <a:gd name="connsiteY21" fmla="*/ 3898260 h 6248316"/>
              <a:gd name="connsiteX22" fmla="*/ 5629514 w 5729996"/>
              <a:gd name="connsiteY22" fmla="*/ 4230682 h 6248316"/>
              <a:gd name="connsiteX23" fmla="*/ 5637643 w 5729996"/>
              <a:gd name="connsiteY23" fmla="*/ 4444335 h 6248316"/>
              <a:gd name="connsiteX24" fmla="*/ 5729996 w 5729996"/>
              <a:gd name="connsiteY24" fmla="*/ 6248315 h 6248316"/>
              <a:gd name="connsiteX25" fmla="*/ 0 w 5729996"/>
              <a:gd name="connsiteY25" fmla="*/ 6248316 h 6248316"/>
              <a:gd name="connsiteX26" fmla="*/ 0 w 5729996"/>
              <a:gd name="connsiteY26" fmla="*/ 281035 h 6248316"/>
              <a:gd name="connsiteX27" fmla="*/ 138300 w 5729996"/>
              <a:gd name="connsiteY27" fmla="*/ 274616 h 6248316"/>
              <a:gd name="connsiteX28" fmla="*/ 3740423 w 5729996"/>
              <a:gd name="connsiteY28" fmla="*/ 77589 h 6248316"/>
              <a:gd name="connsiteX29" fmla="*/ 4864389 w 5729996"/>
              <a:gd name="connsiteY29" fmla="*/ 28034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639379 w 5729996"/>
              <a:gd name="connsiteY9" fmla="*/ 2227390 h 6248316"/>
              <a:gd name="connsiteX10" fmla="*/ 5541101 w 5729996"/>
              <a:gd name="connsiteY10" fmla="*/ 2227390 h 6248316"/>
              <a:gd name="connsiteX11" fmla="*/ 5543339 w 5729996"/>
              <a:gd name="connsiteY11" fmla="*/ 2241697 h 6248316"/>
              <a:gd name="connsiteX12" fmla="*/ 5546917 w 5729996"/>
              <a:gd name="connsiteY12" fmla="*/ 2285652 h 6248316"/>
              <a:gd name="connsiteX13" fmla="*/ 5546985 w 5729996"/>
              <a:gd name="connsiteY13" fmla="*/ 2292052 h 6248316"/>
              <a:gd name="connsiteX14" fmla="*/ 5540356 w 5729996"/>
              <a:gd name="connsiteY14" fmla="*/ 2345382 h 6248316"/>
              <a:gd name="connsiteX15" fmla="*/ 5545313 w 5729996"/>
              <a:gd name="connsiteY15" fmla="*/ 2350046 h 6248316"/>
              <a:gd name="connsiteX16" fmla="*/ 5550954 w 5729996"/>
              <a:gd name="connsiteY16" fmla="*/ 2366333 h 6248316"/>
              <a:gd name="connsiteX17" fmla="*/ 5546070 w 5729996"/>
              <a:gd name="connsiteY17" fmla="*/ 2380820 h 6248316"/>
              <a:gd name="connsiteX18" fmla="*/ 5539473 w 5729996"/>
              <a:gd name="connsiteY18" fmla="*/ 2447770 h 6248316"/>
              <a:gd name="connsiteX19" fmla="*/ 5536626 w 5729996"/>
              <a:gd name="connsiteY19" fmla="*/ 2513456 h 6248316"/>
              <a:gd name="connsiteX20" fmla="*/ 5610789 w 5729996"/>
              <a:gd name="connsiteY20" fmla="*/ 3898260 h 6248316"/>
              <a:gd name="connsiteX21" fmla="*/ 5629514 w 5729996"/>
              <a:gd name="connsiteY21" fmla="*/ 4230682 h 6248316"/>
              <a:gd name="connsiteX22" fmla="*/ 5637643 w 5729996"/>
              <a:gd name="connsiteY22" fmla="*/ 4444335 h 6248316"/>
              <a:gd name="connsiteX23" fmla="*/ 5729996 w 5729996"/>
              <a:gd name="connsiteY23" fmla="*/ 6248315 h 6248316"/>
              <a:gd name="connsiteX24" fmla="*/ 0 w 5729996"/>
              <a:gd name="connsiteY24" fmla="*/ 6248316 h 6248316"/>
              <a:gd name="connsiteX25" fmla="*/ 0 w 5729996"/>
              <a:gd name="connsiteY25" fmla="*/ 281035 h 6248316"/>
              <a:gd name="connsiteX26" fmla="*/ 138300 w 5729996"/>
              <a:gd name="connsiteY26" fmla="*/ 274616 h 6248316"/>
              <a:gd name="connsiteX27" fmla="*/ 3740423 w 5729996"/>
              <a:gd name="connsiteY27" fmla="*/ 77589 h 6248316"/>
              <a:gd name="connsiteX28" fmla="*/ 4864389 w 5729996"/>
              <a:gd name="connsiteY28" fmla="*/ 28034 h 6248316"/>
              <a:gd name="connsiteX29" fmla="*/ 5369862 w 5729996"/>
              <a:gd name="connsiteY29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1101 w 5729996"/>
              <a:gd name="connsiteY9" fmla="*/ 2227390 h 6248316"/>
              <a:gd name="connsiteX10" fmla="*/ 5543339 w 5729996"/>
              <a:gd name="connsiteY10" fmla="*/ 2241697 h 6248316"/>
              <a:gd name="connsiteX11" fmla="*/ 5546917 w 5729996"/>
              <a:gd name="connsiteY11" fmla="*/ 2285652 h 6248316"/>
              <a:gd name="connsiteX12" fmla="*/ 5546985 w 5729996"/>
              <a:gd name="connsiteY12" fmla="*/ 2292052 h 6248316"/>
              <a:gd name="connsiteX13" fmla="*/ 5540356 w 5729996"/>
              <a:gd name="connsiteY13" fmla="*/ 2345382 h 6248316"/>
              <a:gd name="connsiteX14" fmla="*/ 5545313 w 5729996"/>
              <a:gd name="connsiteY14" fmla="*/ 2350046 h 6248316"/>
              <a:gd name="connsiteX15" fmla="*/ 5550954 w 5729996"/>
              <a:gd name="connsiteY15" fmla="*/ 2366333 h 6248316"/>
              <a:gd name="connsiteX16" fmla="*/ 5546070 w 5729996"/>
              <a:gd name="connsiteY16" fmla="*/ 2380820 h 6248316"/>
              <a:gd name="connsiteX17" fmla="*/ 5539473 w 5729996"/>
              <a:gd name="connsiteY17" fmla="*/ 2447770 h 6248316"/>
              <a:gd name="connsiteX18" fmla="*/ 5536626 w 5729996"/>
              <a:gd name="connsiteY18" fmla="*/ 2513456 h 6248316"/>
              <a:gd name="connsiteX19" fmla="*/ 5610789 w 5729996"/>
              <a:gd name="connsiteY19" fmla="*/ 3898260 h 6248316"/>
              <a:gd name="connsiteX20" fmla="*/ 5629514 w 5729996"/>
              <a:gd name="connsiteY20" fmla="*/ 4230682 h 6248316"/>
              <a:gd name="connsiteX21" fmla="*/ 5637643 w 5729996"/>
              <a:gd name="connsiteY21" fmla="*/ 4444335 h 6248316"/>
              <a:gd name="connsiteX22" fmla="*/ 5729996 w 5729996"/>
              <a:gd name="connsiteY22" fmla="*/ 6248315 h 6248316"/>
              <a:gd name="connsiteX23" fmla="*/ 0 w 5729996"/>
              <a:gd name="connsiteY23" fmla="*/ 6248316 h 6248316"/>
              <a:gd name="connsiteX24" fmla="*/ 0 w 5729996"/>
              <a:gd name="connsiteY24" fmla="*/ 281035 h 6248316"/>
              <a:gd name="connsiteX25" fmla="*/ 138300 w 5729996"/>
              <a:gd name="connsiteY25" fmla="*/ 274616 h 6248316"/>
              <a:gd name="connsiteX26" fmla="*/ 3740423 w 5729996"/>
              <a:gd name="connsiteY26" fmla="*/ 77589 h 6248316"/>
              <a:gd name="connsiteX27" fmla="*/ 4864389 w 5729996"/>
              <a:gd name="connsiteY27" fmla="*/ 28034 h 6248316"/>
              <a:gd name="connsiteX28" fmla="*/ 5369862 w 5729996"/>
              <a:gd name="connsiteY28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1101 w 5729996"/>
              <a:gd name="connsiteY9" fmla="*/ 2227390 h 6248316"/>
              <a:gd name="connsiteX10" fmla="*/ 5546917 w 5729996"/>
              <a:gd name="connsiteY10" fmla="*/ 2285652 h 6248316"/>
              <a:gd name="connsiteX11" fmla="*/ 5546985 w 5729996"/>
              <a:gd name="connsiteY11" fmla="*/ 2292052 h 6248316"/>
              <a:gd name="connsiteX12" fmla="*/ 5540356 w 5729996"/>
              <a:gd name="connsiteY12" fmla="*/ 2345382 h 6248316"/>
              <a:gd name="connsiteX13" fmla="*/ 5545313 w 5729996"/>
              <a:gd name="connsiteY13" fmla="*/ 2350046 h 6248316"/>
              <a:gd name="connsiteX14" fmla="*/ 5550954 w 5729996"/>
              <a:gd name="connsiteY14" fmla="*/ 2366333 h 6248316"/>
              <a:gd name="connsiteX15" fmla="*/ 5546070 w 5729996"/>
              <a:gd name="connsiteY15" fmla="*/ 2380820 h 6248316"/>
              <a:gd name="connsiteX16" fmla="*/ 5539473 w 5729996"/>
              <a:gd name="connsiteY16" fmla="*/ 2447770 h 6248316"/>
              <a:gd name="connsiteX17" fmla="*/ 5536626 w 5729996"/>
              <a:gd name="connsiteY17" fmla="*/ 2513456 h 6248316"/>
              <a:gd name="connsiteX18" fmla="*/ 5610789 w 5729996"/>
              <a:gd name="connsiteY18" fmla="*/ 3898260 h 6248316"/>
              <a:gd name="connsiteX19" fmla="*/ 5629514 w 5729996"/>
              <a:gd name="connsiteY19" fmla="*/ 4230682 h 6248316"/>
              <a:gd name="connsiteX20" fmla="*/ 5637643 w 5729996"/>
              <a:gd name="connsiteY20" fmla="*/ 4444335 h 6248316"/>
              <a:gd name="connsiteX21" fmla="*/ 5729996 w 5729996"/>
              <a:gd name="connsiteY21" fmla="*/ 6248315 h 6248316"/>
              <a:gd name="connsiteX22" fmla="*/ 0 w 5729996"/>
              <a:gd name="connsiteY22" fmla="*/ 6248316 h 6248316"/>
              <a:gd name="connsiteX23" fmla="*/ 0 w 5729996"/>
              <a:gd name="connsiteY23" fmla="*/ 281035 h 6248316"/>
              <a:gd name="connsiteX24" fmla="*/ 138300 w 5729996"/>
              <a:gd name="connsiteY24" fmla="*/ 274616 h 6248316"/>
              <a:gd name="connsiteX25" fmla="*/ 3740423 w 5729996"/>
              <a:gd name="connsiteY25" fmla="*/ 77589 h 6248316"/>
              <a:gd name="connsiteX26" fmla="*/ 4864389 w 5729996"/>
              <a:gd name="connsiteY26" fmla="*/ 28034 h 6248316"/>
              <a:gd name="connsiteX27" fmla="*/ 5369862 w 5729996"/>
              <a:gd name="connsiteY27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6917 w 5729996"/>
              <a:gd name="connsiteY9" fmla="*/ 2285652 h 6248316"/>
              <a:gd name="connsiteX10" fmla="*/ 5546985 w 5729996"/>
              <a:gd name="connsiteY10" fmla="*/ 2292052 h 6248316"/>
              <a:gd name="connsiteX11" fmla="*/ 5540356 w 5729996"/>
              <a:gd name="connsiteY11" fmla="*/ 2345382 h 6248316"/>
              <a:gd name="connsiteX12" fmla="*/ 5545313 w 5729996"/>
              <a:gd name="connsiteY12" fmla="*/ 2350046 h 6248316"/>
              <a:gd name="connsiteX13" fmla="*/ 5550954 w 5729996"/>
              <a:gd name="connsiteY13" fmla="*/ 2366333 h 6248316"/>
              <a:gd name="connsiteX14" fmla="*/ 5546070 w 5729996"/>
              <a:gd name="connsiteY14" fmla="*/ 2380820 h 6248316"/>
              <a:gd name="connsiteX15" fmla="*/ 5539473 w 5729996"/>
              <a:gd name="connsiteY15" fmla="*/ 2447770 h 6248316"/>
              <a:gd name="connsiteX16" fmla="*/ 5536626 w 5729996"/>
              <a:gd name="connsiteY16" fmla="*/ 2513456 h 6248316"/>
              <a:gd name="connsiteX17" fmla="*/ 5610789 w 5729996"/>
              <a:gd name="connsiteY17" fmla="*/ 3898260 h 6248316"/>
              <a:gd name="connsiteX18" fmla="*/ 5629514 w 5729996"/>
              <a:gd name="connsiteY18" fmla="*/ 4230682 h 6248316"/>
              <a:gd name="connsiteX19" fmla="*/ 5637643 w 5729996"/>
              <a:gd name="connsiteY19" fmla="*/ 4444335 h 6248316"/>
              <a:gd name="connsiteX20" fmla="*/ 5729996 w 5729996"/>
              <a:gd name="connsiteY20" fmla="*/ 6248315 h 6248316"/>
              <a:gd name="connsiteX21" fmla="*/ 0 w 5729996"/>
              <a:gd name="connsiteY21" fmla="*/ 6248316 h 6248316"/>
              <a:gd name="connsiteX22" fmla="*/ 0 w 5729996"/>
              <a:gd name="connsiteY22" fmla="*/ 281035 h 6248316"/>
              <a:gd name="connsiteX23" fmla="*/ 138300 w 5729996"/>
              <a:gd name="connsiteY23" fmla="*/ 274616 h 6248316"/>
              <a:gd name="connsiteX24" fmla="*/ 3740423 w 5729996"/>
              <a:gd name="connsiteY24" fmla="*/ 77589 h 6248316"/>
              <a:gd name="connsiteX25" fmla="*/ 4864389 w 5729996"/>
              <a:gd name="connsiteY25" fmla="*/ 28034 h 6248316"/>
              <a:gd name="connsiteX26" fmla="*/ 5369862 w 5729996"/>
              <a:gd name="connsiteY26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6917 w 5729996"/>
              <a:gd name="connsiteY9" fmla="*/ 2285652 h 6248316"/>
              <a:gd name="connsiteX10" fmla="*/ 5540356 w 5729996"/>
              <a:gd name="connsiteY10" fmla="*/ 2345382 h 6248316"/>
              <a:gd name="connsiteX11" fmla="*/ 5545313 w 5729996"/>
              <a:gd name="connsiteY11" fmla="*/ 2350046 h 6248316"/>
              <a:gd name="connsiteX12" fmla="*/ 5550954 w 5729996"/>
              <a:gd name="connsiteY12" fmla="*/ 2366333 h 6248316"/>
              <a:gd name="connsiteX13" fmla="*/ 5546070 w 5729996"/>
              <a:gd name="connsiteY13" fmla="*/ 2380820 h 6248316"/>
              <a:gd name="connsiteX14" fmla="*/ 5539473 w 5729996"/>
              <a:gd name="connsiteY14" fmla="*/ 2447770 h 6248316"/>
              <a:gd name="connsiteX15" fmla="*/ 5536626 w 5729996"/>
              <a:gd name="connsiteY15" fmla="*/ 2513456 h 6248316"/>
              <a:gd name="connsiteX16" fmla="*/ 5610789 w 5729996"/>
              <a:gd name="connsiteY16" fmla="*/ 3898260 h 6248316"/>
              <a:gd name="connsiteX17" fmla="*/ 5629514 w 5729996"/>
              <a:gd name="connsiteY17" fmla="*/ 4230682 h 6248316"/>
              <a:gd name="connsiteX18" fmla="*/ 5637643 w 5729996"/>
              <a:gd name="connsiteY18" fmla="*/ 4444335 h 6248316"/>
              <a:gd name="connsiteX19" fmla="*/ 5729996 w 5729996"/>
              <a:gd name="connsiteY19" fmla="*/ 6248315 h 6248316"/>
              <a:gd name="connsiteX20" fmla="*/ 0 w 5729996"/>
              <a:gd name="connsiteY20" fmla="*/ 6248316 h 6248316"/>
              <a:gd name="connsiteX21" fmla="*/ 0 w 5729996"/>
              <a:gd name="connsiteY21" fmla="*/ 281035 h 6248316"/>
              <a:gd name="connsiteX22" fmla="*/ 138300 w 5729996"/>
              <a:gd name="connsiteY22" fmla="*/ 274616 h 6248316"/>
              <a:gd name="connsiteX23" fmla="*/ 3740423 w 5729996"/>
              <a:gd name="connsiteY23" fmla="*/ 77589 h 6248316"/>
              <a:gd name="connsiteX24" fmla="*/ 4864389 w 5729996"/>
              <a:gd name="connsiteY24" fmla="*/ 28034 h 6248316"/>
              <a:gd name="connsiteX25" fmla="*/ 5369862 w 5729996"/>
              <a:gd name="connsiteY25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0356 w 5729996"/>
              <a:gd name="connsiteY9" fmla="*/ 2345382 h 6248316"/>
              <a:gd name="connsiteX10" fmla="*/ 5545313 w 5729996"/>
              <a:gd name="connsiteY10" fmla="*/ 2350046 h 6248316"/>
              <a:gd name="connsiteX11" fmla="*/ 5550954 w 5729996"/>
              <a:gd name="connsiteY11" fmla="*/ 2366333 h 6248316"/>
              <a:gd name="connsiteX12" fmla="*/ 5546070 w 5729996"/>
              <a:gd name="connsiteY12" fmla="*/ 2380820 h 6248316"/>
              <a:gd name="connsiteX13" fmla="*/ 5539473 w 5729996"/>
              <a:gd name="connsiteY13" fmla="*/ 2447770 h 6248316"/>
              <a:gd name="connsiteX14" fmla="*/ 5536626 w 5729996"/>
              <a:gd name="connsiteY14" fmla="*/ 2513456 h 6248316"/>
              <a:gd name="connsiteX15" fmla="*/ 5610789 w 5729996"/>
              <a:gd name="connsiteY15" fmla="*/ 3898260 h 6248316"/>
              <a:gd name="connsiteX16" fmla="*/ 5629514 w 5729996"/>
              <a:gd name="connsiteY16" fmla="*/ 4230682 h 6248316"/>
              <a:gd name="connsiteX17" fmla="*/ 5637643 w 5729996"/>
              <a:gd name="connsiteY17" fmla="*/ 4444335 h 6248316"/>
              <a:gd name="connsiteX18" fmla="*/ 5729996 w 5729996"/>
              <a:gd name="connsiteY18" fmla="*/ 6248315 h 6248316"/>
              <a:gd name="connsiteX19" fmla="*/ 0 w 5729996"/>
              <a:gd name="connsiteY19" fmla="*/ 6248316 h 6248316"/>
              <a:gd name="connsiteX20" fmla="*/ 0 w 5729996"/>
              <a:gd name="connsiteY20" fmla="*/ 281035 h 6248316"/>
              <a:gd name="connsiteX21" fmla="*/ 138300 w 5729996"/>
              <a:gd name="connsiteY21" fmla="*/ 274616 h 6248316"/>
              <a:gd name="connsiteX22" fmla="*/ 3740423 w 5729996"/>
              <a:gd name="connsiteY22" fmla="*/ 77589 h 6248316"/>
              <a:gd name="connsiteX23" fmla="*/ 4864389 w 5729996"/>
              <a:gd name="connsiteY23" fmla="*/ 28034 h 6248316"/>
              <a:gd name="connsiteX24" fmla="*/ 5369862 w 5729996"/>
              <a:gd name="connsiteY24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0356 w 5729996"/>
              <a:gd name="connsiteY9" fmla="*/ 2345382 h 6248316"/>
              <a:gd name="connsiteX10" fmla="*/ 5545313 w 5729996"/>
              <a:gd name="connsiteY10" fmla="*/ 2350046 h 6248316"/>
              <a:gd name="connsiteX11" fmla="*/ 5546070 w 5729996"/>
              <a:gd name="connsiteY11" fmla="*/ 2380820 h 6248316"/>
              <a:gd name="connsiteX12" fmla="*/ 5539473 w 5729996"/>
              <a:gd name="connsiteY12" fmla="*/ 2447770 h 6248316"/>
              <a:gd name="connsiteX13" fmla="*/ 5536626 w 5729996"/>
              <a:gd name="connsiteY13" fmla="*/ 2513456 h 6248316"/>
              <a:gd name="connsiteX14" fmla="*/ 5610789 w 5729996"/>
              <a:gd name="connsiteY14" fmla="*/ 3898260 h 6248316"/>
              <a:gd name="connsiteX15" fmla="*/ 5629514 w 5729996"/>
              <a:gd name="connsiteY15" fmla="*/ 4230682 h 6248316"/>
              <a:gd name="connsiteX16" fmla="*/ 5637643 w 5729996"/>
              <a:gd name="connsiteY16" fmla="*/ 4444335 h 6248316"/>
              <a:gd name="connsiteX17" fmla="*/ 5729996 w 5729996"/>
              <a:gd name="connsiteY17" fmla="*/ 6248315 h 6248316"/>
              <a:gd name="connsiteX18" fmla="*/ 0 w 5729996"/>
              <a:gd name="connsiteY18" fmla="*/ 6248316 h 6248316"/>
              <a:gd name="connsiteX19" fmla="*/ 0 w 5729996"/>
              <a:gd name="connsiteY19" fmla="*/ 281035 h 6248316"/>
              <a:gd name="connsiteX20" fmla="*/ 138300 w 5729996"/>
              <a:gd name="connsiteY20" fmla="*/ 274616 h 6248316"/>
              <a:gd name="connsiteX21" fmla="*/ 3740423 w 5729996"/>
              <a:gd name="connsiteY21" fmla="*/ 77589 h 6248316"/>
              <a:gd name="connsiteX22" fmla="*/ 4864389 w 5729996"/>
              <a:gd name="connsiteY22" fmla="*/ 28034 h 6248316"/>
              <a:gd name="connsiteX23" fmla="*/ 5369862 w 5729996"/>
              <a:gd name="connsiteY23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0356 w 5729996"/>
              <a:gd name="connsiteY9" fmla="*/ 2345382 h 6248316"/>
              <a:gd name="connsiteX10" fmla="*/ 5546070 w 5729996"/>
              <a:gd name="connsiteY10" fmla="*/ 2380820 h 6248316"/>
              <a:gd name="connsiteX11" fmla="*/ 5539473 w 5729996"/>
              <a:gd name="connsiteY11" fmla="*/ 2447770 h 6248316"/>
              <a:gd name="connsiteX12" fmla="*/ 5536626 w 5729996"/>
              <a:gd name="connsiteY12" fmla="*/ 2513456 h 6248316"/>
              <a:gd name="connsiteX13" fmla="*/ 5610789 w 5729996"/>
              <a:gd name="connsiteY13" fmla="*/ 3898260 h 6248316"/>
              <a:gd name="connsiteX14" fmla="*/ 5629514 w 5729996"/>
              <a:gd name="connsiteY14" fmla="*/ 4230682 h 6248316"/>
              <a:gd name="connsiteX15" fmla="*/ 5637643 w 5729996"/>
              <a:gd name="connsiteY15" fmla="*/ 4444335 h 6248316"/>
              <a:gd name="connsiteX16" fmla="*/ 5729996 w 5729996"/>
              <a:gd name="connsiteY16" fmla="*/ 6248315 h 6248316"/>
              <a:gd name="connsiteX17" fmla="*/ 0 w 5729996"/>
              <a:gd name="connsiteY17" fmla="*/ 6248316 h 6248316"/>
              <a:gd name="connsiteX18" fmla="*/ 0 w 5729996"/>
              <a:gd name="connsiteY18" fmla="*/ 281035 h 6248316"/>
              <a:gd name="connsiteX19" fmla="*/ 138300 w 5729996"/>
              <a:gd name="connsiteY19" fmla="*/ 274616 h 6248316"/>
              <a:gd name="connsiteX20" fmla="*/ 3740423 w 5729996"/>
              <a:gd name="connsiteY20" fmla="*/ 77589 h 6248316"/>
              <a:gd name="connsiteX21" fmla="*/ 4864389 w 5729996"/>
              <a:gd name="connsiteY21" fmla="*/ 28034 h 6248316"/>
              <a:gd name="connsiteX22" fmla="*/ 5369862 w 5729996"/>
              <a:gd name="connsiteY22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0356 w 5729996"/>
              <a:gd name="connsiteY9" fmla="*/ 2345382 h 6248316"/>
              <a:gd name="connsiteX10" fmla="*/ 5539473 w 5729996"/>
              <a:gd name="connsiteY10" fmla="*/ 2447770 h 6248316"/>
              <a:gd name="connsiteX11" fmla="*/ 5536626 w 5729996"/>
              <a:gd name="connsiteY11" fmla="*/ 2513456 h 6248316"/>
              <a:gd name="connsiteX12" fmla="*/ 5610789 w 5729996"/>
              <a:gd name="connsiteY12" fmla="*/ 3898260 h 6248316"/>
              <a:gd name="connsiteX13" fmla="*/ 5629514 w 5729996"/>
              <a:gd name="connsiteY13" fmla="*/ 4230682 h 6248316"/>
              <a:gd name="connsiteX14" fmla="*/ 5637643 w 5729996"/>
              <a:gd name="connsiteY14" fmla="*/ 4444335 h 6248316"/>
              <a:gd name="connsiteX15" fmla="*/ 5729996 w 5729996"/>
              <a:gd name="connsiteY15" fmla="*/ 6248315 h 6248316"/>
              <a:gd name="connsiteX16" fmla="*/ 0 w 5729996"/>
              <a:gd name="connsiteY16" fmla="*/ 6248316 h 6248316"/>
              <a:gd name="connsiteX17" fmla="*/ 0 w 5729996"/>
              <a:gd name="connsiteY17" fmla="*/ 281035 h 6248316"/>
              <a:gd name="connsiteX18" fmla="*/ 138300 w 5729996"/>
              <a:gd name="connsiteY18" fmla="*/ 274616 h 6248316"/>
              <a:gd name="connsiteX19" fmla="*/ 3740423 w 5729996"/>
              <a:gd name="connsiteY19" fmla="*/ 77589 h 6248316"/>
              <a:gd name="connsiteX20" fmla="*/ 4864389 w 5729996"/>
              <a:gd name="connsiteY20" fmla="*/ 28034 h 6248316"/>
              <a:gd name="connsiteX21" fmla="*/ 5369862 w 5729996"/>
              <a:gd name="connsiteY21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40356 w 5729996"/>
              <a:gd name="connsiteY9" fmla="*/ 2345382 h 6248316"/>
              <a:gd name="connsiteX10" fmla="*/ 5536626 w 5729996"/>
              <a:gd name="connsiteY10" fmla="*/ 2513456 h 6248316"/>
              <a:gd name="connsiteX11" fmla="*/ 5610789 w 5729996"/>
              <a:gd name="connsiteY11" fmla="*/ 3898260 h 6248316"/>
              <a:gd name="connsiteX12" fmla="*/ 5629514 w 5729996"/>
              <a:gd name="connsiteY12" fmla="*/ 4230682 h 6248316"/>
              <a:gd name="connsiteX13" fmla="*/ 5637643 w 5729996"/>
              <a:gd name="connsiteY13" fmla="*/ 4444335 h 6248316"/>
              <a:gd name="connsiteX14" fmla="*/ 5729996 w 5729996"/>
              <a:gd name="connsiteY14" fmla="*/ 6248315 h 6248316"/>
              <a:gd name="connsiteX15" fmla="*/ 0 w 5729996"/>
              <a:gd name="connsiteY15" fmla="*/ 6248316 h 6248316"/>
              <a:gd name="connsiteX16" fmla="*/ 0 w 5729996"/>
              <a:gd name="connsiteY16" fmla="*/ 281035 h 6248316"/>
              <a:gd name="connsiteX17" fmla="*/ 138300 w 5729996"/>
              <a:gd name="connsiteY17" fmla="*/ 274616 h 6248316"/>
              <a:gd name="connsiteX18" fmla="*/ 3740423 w 5729996"/>
              <a:gd name="connsiteY18" fmla="*/ 77589 h 6248316"/>
              <a:gd name="connsiteX19" fmla="*/ 4864389 w 5729996"/>
              <a:gd name="connsiteY19" fmla="*/ 28034 h 6248316"/>
              <a:gd name="connsiteX20" fmla="*/ 5369862 w 5729996"/>
              <a:gd name="connsiteY20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536626 w 5729996"/>
              <a:gd name="connsiteY9" fmla="*/ 2513456 h 6248316"/>
              <a:gd name="connsiteX10" fmla="*/ 5610789 w 5729996"/>
              <a:gd name="connsiteY10" fmla="*/ 3898260 h 6248316"/>
              <a:gd name="connsiteX11" fmla="*/ 5629514 w 5729996"/>
              <a:gd name="connsiteY11" fmla="*/ 4230682 h 6248316"/>
              <a:gd name="connsiteX12" fmla="*/ 5637643 w 5729996"/>
              <a:gd name="connsiteY12" fmla="*/ 4444335 h 6248316"/>
              <a:gd name="connsiteX13" fmla="*/ 5729996 w 5729996"/>
              <a:gd name="connsiteY13" fmla="*/ 6248315 h 6248316"/>
              <a:gd name="connsiteX14" fmla="*/ 0 w 5729996"/>
              <a:gd name="connsiteY14" fmla="*/ 6248316 h 6248316"/>
              <a:gd name="connsiteX15" fmla="*/ 0 w 5729996"/>
              <a:gd name="connsiteY15" fmla="*/ 281035 h 6248316"/>
              <a:gd name="connsiteX16" fmla="*/ 138300 w 5729996"/>
              <a:gd name="connsiteY16" fmla="*/ 274616 h 6248316"/>
              <a:gd name="connsiteX17" fmla="*/ 3740423 w 5729996"/>
              <a:gd name="connsiteY17" fmla="*/ 77589 h 6248316"/>
              <a:gd name="connsiteX18" fmla="*/ 4864389 w 5729996"/>
              <a:gd name="connsiteY18" fmla="*/ 28034 h 6248316"/>
              <a:gd name="connsiteX19" fmla="*/ 5369862 w 5729996"/>
              <a:gd name="connsiteY19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434665 w 5729996"/>
              <a:gd name="connsiteY8" fmla="*/ 398009 h 6248316"/>
              <a:gd name="connsiteX9" fmla="*/ 5610789 w 5729996"/>
              <a:gd name="connsiteY9" fmla="*/ 3898260 h 6248316"/>
              <a:gd name="connsiteX10" fmla="*/ 5629514 w 5729996"/>
              <a:gd name="connsiteY10" fmla="*/ 4230682 h 6248316"/>
              <a:gd name="connsiteX11" fmla="*/ 5637643 w 5729996"/>
              <a:gd name="connsiteY11" fmla="*/ 4444335 h 6248316"/>
              <a:gd name="connsiteX12" fmla="*/ 5729996 w 5729996"/>
              <a:gd name="connsiteY12" fmla="*/ 6248315 h 6248316"/>
              <a:gd name="connsiteX13" fmla="*/ 0 w 5729996"/>
              <a:gd name="connsiteY13" fmla="*/ 6248316 h 6248316"/>
              <a:gd name="connsiteX14" fmla="*/ 0 w 5729996"/>
              <a:gd name="connsiteY14" fmla="*/ 281035 h 6248316"/>
              <a:gd name="connsiteX15" fmla="*/ 138300 w 5729996"/>
              <a:gd name="connsiteY15" fmla="*/ 274616 h 6248316"/>
              <a:gd name="connsiteX16" fmla="*/ 3740423 w 5729996"/>
              <a:gd name="connsiteY16" fmla="*/ 77589 h 6248316"/>
              <a:gd name="connsiteX17" fmla="*/ 4864389 w 5729996"/>
              <a:gd name="connsiteY17" fmla="*/ 28034 h 6248316"/>
              <a:gd name="connsiteX18" fmla="*/ 5369862 w 5729996"/>
              <a:gd name="connsiteY18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43380 w 5729996"/>
              <a:gd name="connsiteY4" fmla="*/ 106523 h 6248316"/>
              <a:gd name="connsiteX5" fmla="*/ 5421570 w 5729996"/>
              <a:gd name="connsiteY5" fmla="*/ 184905 h 6248316"/>
              <a:gd name="connsiteX6" fmla="*/ 5420220 w 5729996"/>
              <a:gd name="connsiteY6" fmla="*/ 216199 h 6248316"/>
              <a:gd name="connsiteX7" fmla="*/ 5422482 w 5729996"/>
              <a:gd name="connsiteY7" fmla="*/ 260845 h 6248316"/>
              <a:gd name="connsiteX8" fmla="*/ 5610789 w 5729996"/>
              <a:gd name="connsiteY8" fmla="*/ 3898260 h 6248316"/>
              <a:gd name="connsiteX9" fmla="*/ 5629514 w 5729996"/>
              <a:gd name="connsiteY9" fmla="*/ 4230682 h 6248316"/>
              <a:gd name="connsiteX10" fmla="*/ 5637643 w 5729996"/>
              <a:gd name="connsiteY10" fmla="*/ 4444335 h 6248316"/>
              <a:gd name="connsiteX11" fmla="*/ 5729996 w 5729996"/>
              <a:gd name="connsiteY11" fmla="*/ 6248315 h 6248316"/>
              <a:gd name="connsiteX12" fmla="*/ 0 w 5729996"/>
              <a:gd name="connsiteY12" fmla="*/ 6248316 h 6248316"/>
              <a:gd name="connsiteX13" fmla="*/ 0 w 5729996"/>
              <a:gd name="connsiteY13" fmla="*/ 281035 h 6248316"/>
              <a:gd name="connsiteX14" fmla="*/ 138300 w 5729996"/>
              <a:gd name="connsiteY14" fmla="*/ 274616 h 6248316"/>
              <a:gd name="connsiteX15" fmla="*/ 3740423 w 5729996"/>
              <a:gd name="connsiteY15" fmla="*/ 77589 h 6248316"/>
              <a:gd name="connsiteX16" fmla="*/ 4864389 w 5729996"/>
              <a:gd name="connsiteY16" fmla="*/ 28034 h 6248316"/>
              <a:gd name="connsiteX17" fmla="*/ 5369862 w 5729996"/>
              <a:gd name="connsiteY17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21570 w 5729996"/>
              <a:gd name="connsiteY4" fmla="*/ 184905 h 6248316"/>
              <a:gd name="connsiteX5" fmla="*/ 5420220 w 5729996"/>
              <a:gd name="connsiteY5" fmla="*/ 216199 h 6248316"/>
              <a:gd name="connsiteX6" fmla="*/ 5422482 w 5729996"/>
              <a:gd name="connsiteY6" fmla="*/ 260845 h 6248316"/>
              <a:gd name="connsiteX7" fmla="*/ 5610789 w 5729996"/>
              <a:gd name="connsiteY7" fmla="*/ 3898260 h 6248316"/>
              <a:gd name="connsiteX8" fmla="*/ 5629514 w 5729996"/>
              <a:gd name="connsiteY8" fmla="*/ 4230682 h 6248316"/>
              <a:gd name="connsiteX9" fmla="*/ 5637643 w 5729996"/>
              <a:gd name="connsiteY9" fmla="*/ 4444335 h 6248316"/>
              <a:gd name="connsiteX10" fmla="*/ 5729996 w 5729996"/>
              <a:gd name="connsiteY10" fmla="*/ 6248315 h 6248316"/>
              <a:gd name="connsiteX11" fmla="*/ 0 w 5729996"/>
              <a:gd name="connsiteY11" fmla="*/ 6248316 h 6248316"/>
              <a:gd name="connsiteX12" fmla="*/ 0 w 5729996"/>
              <a:gd name="connsiteY12" fmla="*/ 281035 h 6248316"/>
              <a:gd name="connsiteX13" fmla="*/ 138300 w 5729996"/>
              <a:gd name="connsiteY13" fmla="*/ 274616 h 6248316"/>
              <a:gd name="connsiteX14" fmla="*/ 3740423 w 5729996"/>
              <a:gd name="connsiteY14" fmla="*/ 77589 h 6248316"/>
              <a:gd name="connsiteX15" fmla="*/ 4864389 w 5729996"/>
              <a:gd name="connsiteY15" fmla="*/ 28034 h 6248316"/>
              <a:gd name="connsiteX16" fmla="*/ 5369862 w 5729996"/>
              <a:gd name="connsiteY16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21570 w 5729996"/>
              <a:gd name="connsiteY4" fmla="*/ 184905 h 6248316"/>
              <a:gd name="connsiteX5" fmla="*/ 5420220 w 5729996"/>
              <a:gd name="connsiteY5" fmla="*/ 216199 h 6248316"/>
              <a:gd name="connsiteX6" fmla="*/ 5610789 w 5729996"/>
              <a:gd name="connsiteY6" fmla="*/ 3898260 h 6248316"/>
              <a:gd name="connsiteX7" fmla="*/ 5629514 w 5729996"/>
              <a:gd name="connsiteY7" fmla="*/ 4230682 h 6248316"/>
              <a:gd name="connsiteX8" fmla="*/ 5637643 w 5729996"/>
              <a:gd name="connsiteY8" fmla="*/ 4444335 h 6248316"/>
              <a:gd name="connsiteX9" fmla="*/ 5729996 w 5729996"/>
              <a:gd name="connsiteY9" fmla="*/ 6248315 h 6248316"/>
              <a:gd name="connsiteX10" fmla="*/ 0 w 5729996"/>
              <a:gd name="connsiteY10" fmla="*/ 6248316 h 6248316"/>
              <a:gd name="connsiteX11" fmla="*/ 0 w 5729996"/>
              <a:gd name="connsiteY11" fmla="*/ 281035 h 6248316"/>
              <a:gd name="connsiteX12" fmla="*/ 138300 w 5729996"/>
              <a:gd name="connsiteY12" fmla="*/ 274616 h 6248316"/>
              <a:gd name="connsiteX13" fmla="*/ 3740423 w 5729996"/>
              <a:gd name="connsiteY13" fmla="*/ 77589 h 6248316"/>
              <a:gd name="connsiteX14" fmla="*/ 4864389 w 5729996"/>
              <a:gd name="connsiteY14" fmla="*/ 28034 h 6248316"/>
              <a:gd name="connsiteX15" fmla="*/ 5369862 w 5729996"/>
              <a:gd name="connsiteY15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421570 w 5729996"/>
              <a:gd name="connsiteY4" fmla="*/ 184905 h 6248316"/>
              <a:gd name="connsiteX5" fmla="*/ 5610789 w 5729996"/>
              <a:gd name="connsiteY5" fmla="*/ 3898260 h 6248316"/>
              <a:gd name="connsiteX6" fmla="*/ 5629514 w 5729996"/>
              <a:gd name="connsiteY6" fmla="*/ 4230682 h 6248316"/>
              <a:gd name="connsiteX7" fmla="*/ 5637643 w 5729996"/>
              <a:gd name="connsiteY7" fmla="*/ 4444335 h 6248316"/>
              <a:gd name="connsiteX8" fmla="*/ 5729996 w 5729996"/>
              <a:gd name="connsiteY8" fmla="*/ 6248315 h 6248316"/>
              <a:gd name="connsiteX9" fmla="*/ 0 w 5729996"/>
              <a:gd name="connsiteY9" fmla="*/ 6248316 h 6248316"/>
              <a:gd name="connsiteX10" fmla="*/ 0 w 5729996"/>
              <a:gd name="connsiteY10" fmla="*/ 281035 h 6248316"/>
              <a:gd name="connsiteX11" fmla="*/ 138300 w 5729996"/>
              <a:gd name="connsiteY11" fmla="*/ 274616 h 6248316"/>
              <a:gd name="connsiteX12" fmla="*/ 3740423 w 5729996"/>
              <a:gd name="connsiteY12" fmla="*/ 77589 h 6248316"/>
              <a:gd name="connsiteX13" fmla="*/ 4864389 w 5729996"/>
              <a:gd name="connsiteY13" fmla="*/ 28034 h 6248316"/>
              <a:gd name="connsiteX14" fmla="*/ 5369862 w 5729996"/>
              <a:gd name="connsiteY14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610789 w 5729996"/>
              <a:gd name="connsiteY4" fmla="*/ 3898260 h 6248316"/>
              <a:gd name="connsiteX5" fmla="*/ 5629514 w 5729996"/>
              <a:gd name="connsiteY5" fmla="*/ 4230682 h 6248316"/>
              <a:gd name="connsiteX6" fmla="*/ 5637643 w 5729996"/>
              <a:gd name="connsiteY6" fmla="*/ 4444335 h 6248316"/>
              <a:gd name="connsiteX7" fmla="*/ 5729996 w 5729996"/>
              <a:gd name="connsiteY7" fmla="*/ 6248315 h 6248316"/>
              <a:gd name="connsiteX8" fmla="*/ 0 w 5729996"/>
              <a:gd name="connsiteY8" fmla="*/ 6248316 h 6248316"/>
              <a:gd name="connsiteX9" fmla="*/ 0 w 5729996"/>
              <a:gd name="connsiteY9" fmla="*/ 281035 h 6248316"/>
              <a:gd name="connsiteX10" fmla="*/ 138300 w 5729996"/>
              <a:gd name="connsiteY10" fmla="*/ 274616 h 6248316"/>
              <a:gd name="connsiteX11" fmla="*/ 3740423 w 5729996"/>
              <a:gd name="connsiteY11" fmla="*/ 77589 h 6248316"/>
              <a:gd name="connsiteX12" fmla="*/ 4864389 w 5729996"/>
              <a:gd name="connsiteY12" fmla="*/ 28034 h 6248316"/>
              <a:gd name="connsiteX13" fmla="*/ 5369862 w 5729996"/>
              <a:gd name="connsiteY13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610789 w 5729996"/>
              <a:gd name="connsiteY4" fmla="*/ 3898260 h 6248316"/>
              <a:gd name="connsiteX5" fmla="*/ 5629514 w 5729996"/>
              <a:gd name="connsiteY5" fmla="*/ 4230682 h 6248316"/>
              <a:gd name="connsiteX6" fmla="*/ 5637643 w 5729996"/>
              <a:gd name="connsiteY6" fmla="*/ 4444335 h 6248316"/>
              <a:gd name="connsiteX7" fmla="*/ 5729996 w 5729996"/>
              <a:gd name="connsiteY7" fmla="*/ 6248315 h 6248316"/>
              <a:gd name="connsiteX8" fmla="*/ 0 w 5729996"/>
              <a:gd name="connsiteY8" fmla="*/ 6248316 h 6248316"/>
              <a:gd name="connsiteX9" fmla="*/ 0 w 5729996"/>
              <a:gd name="connsiteY9" fmla="*/ 281035 h 6248316"/>
              <a:gd name="connsiteX10" fmla="*/ 138300 w 5729996"/>
              <a:gd name="connsiteY10" fmla="*/ 274616 h 6248316"/>
              <a:gd name="connsiteX11" fmla="*/ 3740423 w 5729996"/>
              <a:gd name="connsiteY11" fmla="*/ 77589 h 6248316"/>
              <a:gd name="connsiteX12" fmla="*/ 4864389 w 5729996"/>
              <a:gd name="connsiteY12" fmla="*/ 28034 h 6248316"/>
              <a:gd name="connsiteX13" fmla="*/ 5369862 w 5729996"/>
              <a:gd name="connsiteY13" fmla="*/ 0 h 6248316"/>
              <a:gd name="connsiteX0" fmla="*/ 5369862 w 5729996"/>
              <a:gd name="connsiteY0" fmla="*/ 0 h 6248316"/>
              <a:gd name="connsiteX1" fmla="*/ 5410496 w 5729996"/>
              <a:gd name="connsiteY1" fmla="*/ 24334 h 6248316"/>
              <a:gd name="connsiteX2" fmla="*/ 5412606 w 5729996"/>
              <a:gd name="connsiteY2" fmla="*/ 65970 h 6248316"/>
              <a:gd name="connsiteX3" fmla="*/ 5416784 w 5729996"/>
              <a:gd name="connsiteY3" fmla="*/ 67780 h 6248316"/>
              <a:gd name="connsiteX4" fmla="*/ 5610789 w 5729996"/>
              <a:gd name="connsiteY4" fmla="*/ 3898260 h 6248316"/>
              <a:gd name="connsiteX5" fmla="*/ 5629514 w 5729996"/>
              <a:gd name="connsiteY5" fmla="*/ 4230682 h 6248316"/>
              <a:gd name="connsiteX6" fmla="*/ 5637643 w 5729996"/>
              <a:gd name="connsiteY6" fmla="*/ 4444335 h 6248316"/>
              <a:gd name="connsiteX7" fmla="*/ 5729996 w 5729996"/>
              <a:gd name="connsiteY7" fmla="*/ 6248315 h 6248316"/>
              <a:gd name="connsiteX8" fmla="*/ 0 w 5729996"/>
              <a:gd name="connsiteY8" fmla="*/ 6248316 h 6248316"/>
              <a:gd name="connsiteX9" fmla="*/ 0 w 5729996"/>
              <a:gd name="connsiteY9" fmla="*/ 281035 h 6248316"/>
              <a:gd name="connsiteX10" fmla="*/ 138300 w 5729996"/>
              <a:gd name="connsiteY10" fmla="*/ 274616 h 6248316"/>
              <a:gd name="connsiteX11" fmla="*/ 3740423 w 5729996"/>
              <a:gd name="connsiteY11" fmla="*/ 77589 h 6248316"/>
              <a:gd name="connsiteX12" fmla="*/ 4864389 w 5729996"/>
              <a:gd name="connsiteY12" fmla="*/ 28034 h 6248316"/>
              <a:gd name="connsiteX13" fmla="*/ 5369862 w 5729996"/>
              <a:gd name="connsiteY13" fmla="*/ 0 h 624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29996" h="6248316">
                <a:moveTo>
                  <a:pt x="5369862" y="0"/>
                </a:moveTo>
                <a:lnTo>
                  <a:pt x="5410496" y="24334"/>
                </a:lnTo>
                <a:cubicBezTo>
                  <a:pt x="5411201" y="38214"/>
                  <a:pt x="5411902" y="52091"/>
                  <a:pt x="5412606" y="65970"/>
                </a:cubicBezTo>
                <a:lnTo>
                  <a:pt x="5416784" y="67780"/>
                </a:lnTo>
                <a:cubicBezTo>
                  <a:pt x="5449814" y="706495"/>
                  <a:pt x="5575334" y="3204443"/>
                  <a:pt x="5610789" y="3898260"/>
                </a:cubicBezTo>
                <a:cubicBezTo>
                  <a:pt x="5604061" y="4042978"/>
                  <a:pt x="5622336" y="4127685"/>
                  <a:pt x="5629514" y="4230682"/>
                </a:cubicBezTo>
                <a:cubicBezTo>
                  <a:pt x="5637574" y="4222004"/>
                  <a:pt x="5648339" y="4380991"/>
                  <a:pt x="5637643" y="4444335"/>
                </a:cubicBezTo>
                <a:lnTo>
                  <a:pt x="5729996" y="6248315"/>
                </a:lnTo>
                <a:lnTo>
                  <a:pt x="0" y="6248316"/>
                </a:lnTo>
                <a:lnTo>
                  <a:pt x="0" y="281035"/>
                </a:lnTo>
                <a:lnTo>
                  <a:pt x="138300" y="274616"/>
                </a:lnTo>
                <a:lnTo>
                  <a:pt x="3740423" y="77589"/>
                </a:lnTo>
                <a:lnTo>
                  <a:pt x="4864389" y="28034"/>
                </a:lnTo>
                <a:lnTo>
                  <a:pt x="53698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E6F43BD-C3E7-5D8B-53A3-3D2DEC70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758" y="721744"/>
            <a:ext cx="5032572" cy="1706584"/>
          </a:xfrm>
        </p:spPr>
        <p:txBody>
          <a:bodyPr anchor="ctr"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  <a:highlight>
                  <a:srgbClr val="000000"/>
                </a:highlight>
              </a:rPr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0605C9-6F2F-1835-C375-ED590BF25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760" y="2821664"/>
            <a:ext cx="5032572" cy="3502936"/>
          </a:xfrm>
        </p:spPr>
        <p:txBody>
          <a:bodyPr>
            <a:normAutofit/>
          </a:bodyPr>
          <a:lstStyle/>
          <a:p>
            <a:r>
              <a:rPr lang="en-US" altLang="zh-TW" dirty="0">
                <a:hlinkClick r:id="rId3"/>
              </a:rPr>
              <a:t>https://openai.com/gpt-4</a:t>
            </a:r>
            <a:endParaRPr lang="en-US" altLang="zh-TW" dirty="0"/>
          </a:p>
          <a:p>
            <a:r>
              <a:rPr lang="en-US" altLang="zh-TW" dirty="0">
                <a:hlinkClick r:id="rId4"/>
              </a:rPr>
              <a:t>Ch3ScienceOfDigitalMedia.pdf</a:t>
            </a:r>
            <a:endParaRPr lang="en-US" altLang="zh-TW" dirty="0"/>
          </a:p>
          <a:p>
            <a:r>
              <a:rPr lang="en-US" altLang="zh-TW" dirty="0">
                <a:hlinkClick r:id="rId5"/>
              </a:rPr>
              <a:t>https://hackmd.io/@93i7xo2/jpeg-decoder-1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1026" name="Picture 2" descr="The End&quot; Liquid Animation | Text animation, The end gif, Motion design  animation">
            <a:extLst>
              <a:ext uri="{FF2B5EF4-FFF2-40B4-BE49-F238E27FC236}">
                <a16:creationId xmlns:a16="http://schemas.microsoft.com/office/drawing/2014/main" id="{55E3151D-07F5-4F66-997B-4E64A0DBD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420419">
            <a:off x="291346" y="1829882"/>
            <a:ext cx="5079349" cy="380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A2152D-D839-94AE-E400-380F7E70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1CF2D47E-0AF1-4C27-801F-64E3E5BF7F72}" type="slidenum">
              <a:rPr lang="en-US" sz="1600" smtClean="0"/>
              <a:pPr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7857866"/>
      </p:ext>
    </p:extLst>
  </p:cSld>
  <p:clrMapOvr>
    <a:masterClrMapping/>
  </p:clrMapOvr>
</p:sld>
</file>

<file path=ppt/theme/theme1.xml><?xml version="1.0" encoding="utf-8"?>
<a:theme xmlns:a="http://schemas.openxmlformats.org/drawingml/2006/main" name="Afterhours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1"/>
      </a:lt2>
      <a:accent1>
        <a:srgbClr val="D040B9"/>
      </a:accent1>
      <a:accent2>
        <a:srgbClr val="9A2EBE"/>
      </a:accent2>
      <a:accent3>
        <a:srgbClr val="6F40D0"/>
      </a:accent3>
      <a:accent4>
        <a:srgbClr val="3440C0"/>
      </a:accent4>
      <a:accent5>
        <a:srgbClr val="4088D0"/>
      </a:accent5>
      <a:accent6>
        <a:srgbClr val="2EB3BE"/>
      </a:accent6>
      <a:hlink>
        <a:srgbClr val="3F6ABF"/>
      </a:hlink>
      <a:folHlink>
        <a:srgbClr val="7F7F7F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hoursVTI" id="{90A150B1-9C08-42C7-B4E0-C1D732064FA1}" vid="{A6104589-8A83-4A64-B7F1-AAF946A4051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50</Words>
  <Application>Microsoft Office PowerPoint</Application>
  <PresentationFormat>寬螢幕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-apple-system</vt:lpstr>
      <vt:lpstr>Arial</vt:lpstr>
      <vt:lpstr>Calibri</vt:lpstr>
      <vt:lpstr>Consolas</vt:lpstr>
      <vt:lpstr>Franklin Gothic Heavy</vt:lpstr>
      <vt:lpstr>AfterhoursVTI</vt:lpstr>
      <vt:lpstr>PowerPoint 簡報</vt:lpstr>
      <vt:lpstr>PowerPoint 簡報</vt:lpstr>
      <vt:lpstr>PowerPoint 簡報</vt:lpstr>
      <vt:lpstr>心得、感想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多媒體 Final Project: 土製JPEG</dc:title>
  <dc:creator>廣翔 羅</dc:creator>
  <cp:lastModifiedBy>廣翔 羅</cp:lastModifiedBy>
  <cp:revision>9</cp:revision>
  <dcterms:created xsi:type="dcterms:W3CDTF">2024-01-07T02:00:35Z</dcterms:created>
  <dcterms:modified xsi:type="dcterms:W3CDTF">2024-01-08T04:12:39Z</dcterms:modified>
</cp:coreProperties>
</file>